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7374" y="1752600"/>
            <a:ext cx="50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8852" y="1638300"/>
            <a:ext cx="50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Robo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8452" y="2209800"/>
            <a:ext cx="4347095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4500" b="1">
                <a:solidFill>
                  <a:srgbClr val="FFFFFF"/>
                </a:solidFill>
                <a:latin typeface="Roboto"/>
              </a:rPr>
              <a:t>TRADEVISION AI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308326" y="2971800"/>
            <a:ext cx="4527356" cy="457200"/>
            <a:chOff x="2308326" y="2971800"/>
            <a:chExt cx="4527356" cy="457200"/>
          </a:xfrm>
        </p:grpSpPr>
        <p:sp>
          <p:nvSpPr>
            <p:cNvPr id="6" name="TextBox 5"/>
            <p:cNvSpPr txBox="1"/>
            <p:nvPr/>
          </p:nvSpPr>
          <p:spPr>
            <a:xfrm>
              <a:off x="2308326" y="2971800"/>
              <a:ext cx="45273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Roboto"/>
                </a:rPr>
                <a:t>See the Market. Understand the Trend. Make Smarter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308326" y="3200400"/>
              <a:ext cx="45273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500" b="0">
                  <a:solidFill>
                    <a:srgbClr val="FFFFFF"/>
                  </a:solidFill>
                  <a:latin typeface="Roboto"/>
                </a:rPr>
                <a:t>Decisions.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5" name="Group 4"/>
          <p:cNvGrpSpPr/>
          <p:nvPr/>
        </p:nvGrpSpPr>
        <p:grpSpPr>
          <a:xfrm>
            <a:off x="3744999" y="2307414"/>
            <a:ext cx="1887554" cy="2330084"/>
            <a:chOff x="3744999" y="2307414"/>
            <a:chExt cx="1887554" cy="2330084"/>
          </a:xfrm>
        </p:grpSpPr>
        <p:sp>
          <p:nvSpPr>
            <p:cNvPr id="2" name="Rounded Rectangle 1"/>
            <p:cNvSpPr/>
            <p:nvPr/>
          </p:nvSpPr>
          <p:spPr>
            <a:xfrm>
              <a:off x="3744999" y="3980661"/>
              <a:ext cx="214415" cy="178182"/>
            </a:xfrm>
            <a:custGeom>
              <a:avLst/>
              <a:gdLst/>
              <a:ahLst/>
              <a:cxnLst/>
              <a:rect l="0" t="0" r="0" b="0"/>
              <a:pathLst>
                <a:path w="214415" h="178182">
                  <a:moveTo>
                    <a:pt x="97220" y="0"/>
                  </a:moveTo>
                  <a:cubicBezTo>
                    <a:pt x="98233" y="11152"/>
                    <a:pt x="101642" y="21234"/>
                    <a:pt x="107455" y="28015"/>
                  </a:cubicBezTo>
                  <a:cubicBezTo>
                    <a:pt x="124694" y="48127"/>
                    <a:pt x="189424" y="86713"/>
                    <a:pt x="214415" y="129226"/>
                  </a:cubicBezTo>
                  <a:lnTo>
                    <a:pt x="213823" y="131254"/>
                  </a:lnTo>
                  <a:cubicBezTo>
                    <a:pt x="201309" y="156282"/>
                    <a:pt x="156467" y="170882"/>
                    <a:pt x="135611" y="175053"/>
                  </a:cubicBezTo>
                  <a:cubicBezTo>
                    <a:pt x="105369" y="178182"/>
                    <a:pt x="39880" y="167545"/>
                    <a:pt x="19858" y="99970"/>
                  </a:cubicBezTo>
                  <a:cubicBezTo>
                    <a:pt x="0" y="32948"/>
                    <a:pt x="62619" y="5531"/>
                    <a:pt x="97220" y="0"/>
                  </a:cubicBezTo>
                  <a:close/>
                </a:path>
              </a:pathLst>
            </a:custGeom>
            <a:noFill/>
            <a:ln w="938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5262538" y="4490131"/>
              <a:ext cx="163515" cy="147367"/>
            </a:xfrm>
            <a:custGeom>
              <a:avLst/>
              <a:gdLst/>
              <a:ahLst/>
              <a:cxnLst/>
              <a:rect l="0" t="0" r="0" b="0"/>
              <a:pathLst>
                <a:path w="163515" h="147367">
                  <a:moveTo>
                    <a:pt x="124727" y="0"/>
                  </a:moveTo>
                  <a:cubicBezTo>
                    <a:pt x="163515" y="24355"/>
                    <a:pt x="163279" y="70173"/>
                    <a:pt x="160405" y="81670"/>
                  </a:cubicBezTo>
                  <a:cubicBezTo>
                    <a:pt x="157277" y="94183"/>
                    <a:pt x="122863" y="147367"/>
                    <a:pt x="54037" y="125468"/>
                  </a:cubicBezTo>
                  <a:cubicBezTo>
                    <a:pt x="3005" y="109229"/>
                    <a:pt x="0" y="46947"/>
                    <a:pt x="5643" y="11353"/>
                  </a:cubicBezTo>
                  <a:cubicBezTo>
                    <a:pt x="48938" y="25290"/>
                    <a:pt x="100549" y="15738"/>
                    <a:pt x="124727" y="0"/>
                  </a:cubicBezTo>
                  <a:close/>
                </a:path>
              </a:pathLst>
            </a:custGeom>
            <a:noFill/>
            <a:ln w="938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33683" y="2307414"/>
              <a:ext cx="1798870" cy="2214332"/>
            </a:xfrm>
            <a:custGeom>
              <a:avLst/>
              <a:gdLst/>
              <a:ahLst/>
              <a:cxnLst/>
              <a:rect l="0" t="0" r="0" b="0"/>
              <a:pathLst>
                <a:path w="1798870" h="2214332">
                  <a:moveTo>
                    <a:pt x="1429710" y="381047"/>
                  </a:moveTo>
                  <a:cubicBezTo>
                    <a:pt x="1403639" y="337249"/>
                    <a:pt x="1351498" y="221495"/>
                    <a:pt x="1345242" y="174568"/>
                  </a:cubicBezTo>
                  <a:cubicBezTo>
                    <a:pt x="1338985" y="127641"/>
                    <a:pt x="1317085" y="96356"/>
                    <a:pt x="1313957" y="58815"/>
                  </a:cubicBezTo>
                  <a:cubicBezTo>
                    <a:pt x="1303528" y="37958"/>
                    <a:pt x="1260773" y="0"/>
                    <a:pt x="1173176" y="15016"/>
                  </a:cubicBezTo>
                  <a:cubicBezTo>
                    <a:pt x="1160662" y="22525"/>
                    <a:pt x="1205503" y="66115"/>
                    <a:pt x="1229488" y="86972"/>
                  </a:cubicBezTo>
                  <a:cubicBezTo>
                    <a:pt x="1236788" y="94272"/>
                    <a:pt x="1245131" y="113251"/>
                    <a:pt x="1220103" y="130771"/>
                  </a:cubicBezTo>
                  <a:cubicBezTo>
                    <a:pt x="1195075" y="148290"/>
                    <a:pt x="1163790" y="133899"/>
                    <a:pt x="1154405" y="140156"/>
                  </a:cubicBezTo>
                  <a:cubicBezTo>
                    <a:pt x="1143976" y="145369"/>
                    <a:pt x="1129377" y="159551"/>
                    <a:pt x="1154405" y="174568"/>
                  </a:cubicBezTo>
                  <a:cubicBezTo>
                    <a:pt x="1185690" y="193340"/>
                    <a:pt x="1229488" y="171441"/>
                    <a:pt x="1254516" y="196469"/>
                  </a:cubicBezTo>
                  <a:cubicBezTo>
                    <a:pt x="1279544" y="221496"/>
                    <a:pt x="1301443" y="252781"/>
                    <a:pt x="1307700" y="302837"/>
                  </a:cubicBezTo>
                  <a:cubicBezTo>
                    <a:pt x="1312705" y="342881"/>
                    <a:pt x="1313957" y="388348"/>
                    <a:pt x="1313957" y="406076"/>
                  </a:cubicBezTo>
                  <a:moveTo>
                    <a:pt x="1429710" y="381047"/>
                  </a:moveTo>
                  <a:cubicBezTo>
                    <a:pt x="1507922" y="381047"/>
                    <a:pt x="1576748" y="424847"/>
                    <a:pt x="1598648" y="487416"/>
                  </a:cubicBezTo>
                  <a:cubicBezTo>
                    <a:pt x="1616167" y="537472"/>
                    <a:pt x="1601776" y="597955"/>
                    <a:pt x="1592391" y="621940"/>
                  </a:cubicBezTo>
                  <a:moveTo>
                    <a:pt x="1313957" y="406076"/>
                  </a:moveTo>
                  <a:cubicBezTo>
                    <a:pt x="1338985" y="391586"/>
                    <a:pt x="1387163" y="381047"/>
                    <a:pt x="1429710" y="381047"/>
                  </a:cubicBezTo>
                  <a:moveTo>
                    <a:pt x="1313957" y="406076"/>
                  </a:moveTo>
                  <a:cubicBezTo>
                    <a:pt x="1299939" y="414191"/>
                    <a:pt x="1276004" y="435565"/>
                    <a:pt x="1263200" y="468645"/>
                  </a:cubicBezTo>
                  <a:moveTo>
                    <a:pt x="1342113" y="781492"/>
                  </a:moveTo>
                  <a:cubicBezTo>
                    <a:pt x="1343156" y="771064"/>
                    <a:pt x="1344616" y="747705"/>
                    <a:pt x="1342113" y="737694"/>
                  </a:cubicBezTo>
                  <a:cubicBezTo>
                    <a:pt x="1338985" y="725180"/>
                    <a:pt x="1326471" y="722052"/>
                    <a:pt x="1288929" y="722052"/>
                  </a:cubicBezTo>
                  <a:cubicBezTo>
                    <a:pt x="1251387" y="722052"/>
                    <a:pt x="1242002" y="656354"/>
                    <a:pt x="1242002" y="640711"/>
                  </a:cubicBezTo>
                  <a:cubicBezTo>
                    <a:pt x="1235745" y="606298"/>
                    <a:pt x="1254516" y="553114"/>
                    <a:pt x="1254516" y="515573"/>
                  </a:cubicBezTo>
                  <a:cubicBezTo>
                    <a:pt x="1254516" y="498002"/>
                    <a:pt x="1257906" y="482323"/>
                    <a:pt x="1263200" y="468645"/>
                  </a:cubicBezTo>
                  <a:moveTo>
                    <a:pt x="1342113" y="781492"/>
                  </a:moveTo>
                  <a:cubicBezTo>
                    <a:pt x="1301443" y="772107"/>
                    <a:pt x="1264072" y="764599"/>
                    <a:pt x="1222032" y="772107"/>
                  </a:cubicBezTo>
                  <a:cubicBezTo>
                    <a:pt x="1169482" y="781492"/>
                    <a:pt x="1057422" y="825291"/>
                    <a:pt x="1007367" y="862833"/>
                  </a:cubicBezTo>
                  <a:cubicBezTo>
                    <a:pt x="991724" y="869090"/>
                    <a:pt x="985467" y="862833"/>
                    <a:pt x="951054" y="822163"/>
                  </a:cubicBezTo>
                  <a:cubicBezTo>
                    <a:pt x="920813" y="787749"/>
                    <a:pt x="849692" y="691393"/>
                    <a:pt x="807145" y="581270"/>
                  </a:cubicBezTo>
                  <a:cubicBezTo>
                    <a:pt x="753961" y="443618"/>
                    <a:pt x="631950" y="409205"/>
                    <a:pt x="613180" y="412333"/>
                  </a:cubicBezTo>
                  <a:cubicBezTo>
                    <a:pt x="594409" y="415462"/>
                    <a:pt x="569381" y="449875"/>
                    <a:pt x="575638" y="462389"/>
                  </a:cubicBezTo>
                  <a:cubicBezTo>
                    <a:pt x="581895" y="474902"/>
                    <a:pt x="619437" y="524958"/>
                    <a:pt x="635079" y="553114"/>
                  </a:cubicBezTo>
                  <a:cubicBezTo>
                    <a:pt x="650721" y="581270"/>
                    <a:pt x="688263" y="612555"/>
                    <a:pt x="713291" y="628197"/>
                  </a:cubicBezTo>
                  <a:cubicBezTo>
                    <a:pt x="738318" y="643840"/>
                    <a:pt x="738318" y="653225"/>
                    <a:pt x="753961" y="712666"/>
                  </a:cubicBezTo>
                  <a:cubicBezTo>
                    <a:pt x="769603" y="772107"/>
                    <a:pt x="832172" y="937916"/>
                    <a:pt x="885356" y="984843"/>
                  </a:cubicBezTo>
                  <a:cubicBezTo>
                    <a:pt x="938540" y="1031770"/>
                    <a:pt x="960440" y="1016128"/>
                    <a:pt x="1004238" y="1000485"/>
                  </a:cubicBezTo>
                  <a:cubicBezTo>
                    <a:pt x="1048037" y="984843"/>
                    <a:pt x="1179433" y="944173"/>
                    <a:pt x="1210717" y="959815"/>
                  </a:cubicBezTo>
                  <a:cubicBezTo>
                    <a:pt x="1223896" y="966404"/>
                    <a:pt x="1224861" y="974104"/>
                    <a:pt x="1222032" y="991100"/>
                  </a:cubicBezTo>
                  <a:moveTo>
                    <a:pt x="1342113" y="781492"/>
                  </a:moveTo>
                  <a:cubicBezTo>
                    <a:pt x="1365963" y="781492"/>
                    <a:pt x="1385548" y="785895"/>
                    <a:pt x="1401554" y="793269"/>
                  </a:cubicBezTo>
                  <a:moveTo>
                    <a:pt x="1054294" y="1438471"/>
                  </a:moveTo>
                  <a:cubicBezTo>
                    <a:pt x="1068893" y="1433257"/>
                    <a:pt x="1101221" y="1419075"/>
                    <a:pt x="1113735" y="1404058"/>
                  </a:cubicBezTo>
                  <a:cubicBezTo>
                    <a:pt x="1129377" y="1354002"/>
                    <a:pt x="1188818" y="1335232"/>
                    <a:pt x="1188818" y="1297690"/>
                  </a:cubicBezTo>
                  <a:cubicBezTo>
                    <a:pt x="1188818" y="1228864"/>
                    <a:pt x="1210717" y="1185065"/>
                    <a:pt x="1210717" y="1135010"/>
                  </a:cubicBezTo>
                  <a:cubicBezTo>
                    <a:pt x="1207096" y="1055344"/>
                    <a:pt x="1218145" y="1014449"/>
                    <a:pt x="1222032" y="991100"/>
                  </a:cubicBezTo>
                  <a:moveTo>
                    <a:pt x="1054294" y="1438471"/>
                  </a:moveTo>
                  <a:cubicBezTo>
                    <a:pt x="1021966" y="1421786"/>
                    <a:pt x="935412" y="1388416"/>
                    <a:pt x="910384" y="1369645"/>
                  </a:cubicBezTo>
                  <a:cubicBezTo>
                    <a:pt x="885356" y="1350874"/>
                    <a:pt x="850943" y="1291433"/>
                    <a:pt x="778988" y="1263277"/>
                  </a:cubicBezTo>
                  <a:cubicBezTo>
                    <a:pt x="736514" y="1242040"/>
                    <a:pt x="655953" y="1207988"/>
                    <a:pt x="600666" y="1202200"/>
                  </a:cubicBezTo>
                  <a:moveTo>
                    <a:pt x="1054294" y="1438471"/>
                  </a:moveTo>
                  <a:cubicBezTo>
                    <a:pt x="1051165" y="1483312"/>
                    <a:pt x="1097467" y="1586761"/>
                    <a:pt x="1307700" y="1641822"/>
                  </a:cubicBezTo>
                  <a:cubicBezTo>
                    <a:pt x="1486023" y="1695006"/>
                    <a:pt x="1554849" y="1685620"/>
                    <a:pt x="1551721" y="1644950"/>
                  </a:cubicBezTo>
                  <a:cubicBezTo>
                    <a:pt x="1549218" y="1612414"/>
                    <a:pt x="1548592" y="1568824"/>
                    <a:pt x="1548592" y="1551096"/>
                  </a:cubicBezTo>
                  <a:moveTo>
                    <a:pt x="200222" y="1607409"/>
                  </a:moveTo>
                  <a:cubicBezTo>
                    <a:pt x="237763" y="1557353"/>
                    <a:pt x="327863" y="1443477"/>
                    <a:pt x="387930" y="1388416"/>
                  </a:cubicBezTo>
                  <a:cubicBezTo>
                    <a:pt x="463013" y="1319589"/>
                    <a:pt x="503683" y="1235121"/>
                    <a:pt x="556867" y="1206964"/>
                  </a:cubicBezTo>
                  <a:cubicBezTo>
                    <a:pt x="567323" y="1201429"/>
                    <a:pt x="582653" y="1200315"/>
                    <a:pt x="600666" y="1202200"/>
                  </a:cubicBezTo>
                  <a:moveTo>
                    <a:pt x="200222" y="1607409"/>
                  </a:moveTo>
                  <a:cubicBezTo>
                    <a:pt x="181451" y="1608451"/>
                    <a:pt x="138904" y="1613040"/>
                    <a:pt x="118881" y="1623051"/>
                  </a:cubicBezTo>
                  <a:cubicBezTo>
                    <a:pt x="90725" y="1623051"/>
                    <a:pt x="68826" y="1591766"/>
                    <a:pt x="37541" y="1607409"/>
                  </a:cubicBezTo>
                  <a:cubicBezTo>
                    <a:pt x="6256" y="1623051"/>
                    <a:pt x="0" y="1679363"/>
                    <a:pt x="18770" y="1701263"/>
                  </a:cubicBezTo>
                  <a:cubicBezTo>
                    <a:pt x="37541" y="1723162"/>
                    <a:pt x="112624" y="1766961"/>
                    <a:pt x="131395" y="1813888"/>
                  </a:cubicBezTo>
                  <a:cubicBezTo>
                    <a:pt x="150166" y="1860815"/>
                    <a:pt x="212735" y="1842044"/>
                    <a:pt x="222121" y="1813888"/>
                  </a:cubicBezTo>
                  <a:cubicBezTo>
                    <a:pt x="229629" y="1791363"/>
                    <a:pt x="221078" y="1756532"/>
                    <a:pt x="215864" y="1741933"/>
                  </a:cubicBezTo>
                  <a:moveTo>
                    <a:pt x="215864" y="1741933"/>
                  </a:moveTo>
                  <a:cubicBezTo>
                    <a:pt x="195008" y="1742975"/>
                    <a:pt x="149540" y="1735050"/>
                    <a:pt x="134524" y="1695006"/>
                  </a:cubicBezTo>
                  <a:cubicBezTo>
                    <a:pt x="119507" y="1654961"/>
                    <a:pt x="172065" y="1619922"/>
                    <a:pt x="200222" y="1607409"/>
                  </a:cubicBezTo>
                  <a:moveTo>
                    <a:pt x="215864" y="1741933"/>
                  </a:moveTo>
                  <a:cubicBezTo>
                    <a:pt x="238806" y="1712733"/>
                    <a:pt x="304087" y="1644950"/>
                    <a:pt x="381673" y="1607409"/>
                  </a:cubicBezTo>
                  <a:cubicBezTo>
                    <a:pt x="459259" y="1569867"/>
                    <a:pt x="516197" y="1512511"/>
                    <a:pt x="534968" y="1488527"/>
                  </a:cubicBezTo>
                  <a:moveTo>
                    <a:pt x="534968" y="1488527"/>
                  </a:moveTo>
                  <a:cubicBezTo>
                    <a:pt x="546439" y="1496869"/>
                    <a:pt x="579392" y="1514806"/>
                    <a:pt x="619437" y="1519811"/>
                  </a:cubicBezTo>
                  <a:cubicBezTo>
                    <a:pt x="669492" y="1526068"/>
                    <a:pt x="872843" y="1641822"/>
                    <a:pt x="919770" y="1679363"/>
                  </a:cubicBezTo>
                  <a:cubicBezTo>
                    <a:pt x="966697" y="1716905"/>
                    <a:pt x="1023009" y="1785731"/>
                    <a:pt x="1101221" y="1785731"/>
                  </a:cubicBezTo>
                  <a:cubicBezTo>
                    <a:pt x="1179433" y="1785731"/>
                    <a:pt x="1267030" y="1807631"/>
                    <a:pt x="1313957" y="1835787"/>
                  </a:cubicBezTo>
                  <a:cubicBezTo>
                    <a:pt x="1351498" y="1858312"/>
                    <a:pt x="1415111" y="1861857"/>
                    <a:pt x="1442224" y="1860815"/>
                  </a:cubicBezTo>
                  <a:moveTo>
                    <a:pt x="600666" y="1202200"/>
                  </a:moveTo>
                  <a:cubicBezTo>
                    <a:pt x="559996" y="1265315"/>
                    <a:pt x="489918" y="1410941"/>
                    <a:pt x="534968" y="1488527"/>
                  </a:cubicBezTo>
                  <a:moveTo>
                    <a:pt x="1442224" y="1860815"/>
                  </a:moveTo>
                  <a:cubicBezTo>
                    <a:pt x="1414068" y="1903570"/>
                    <a:pt x="1345867" y="1998467"/>
                    <a:pt x="1298314" y="2036009"/>
                  </a:cubicBezTo>
                  <a:moveTo>
                    <a:pt x="1723786" y="1551096"/>
                  </a:moveTo>
                  <a:cubicBezTo>
                    <a:pt x="1780099" y="1555428"/>
                    <a:pt x="1789484" y="1735676"/>
                    <a:pt x="1689373" y="1795117"/>
                  </a:cubicBezTo>
                  <a:cubicBezTo>
                    <a:pt x="1609284" y="1842669"/>
                    <a:pt x="1491237" y="1858729"/>
                    <a:pt x="1442224" y="1860815"/>
                  </a:cubicBezTo>
                  <a:moveTo>
                    <a:pt x="1298314" y="2036009"/>
                  </a:moveTo>
                  <a:cubicBezTo>
                    <a:pt x="1287886" y="2037051"/>
                    <a:pt x="1265153" y="2045394"/>
                    <a:pt x="1257644" y="2070422"/>
                  </a:cubicBezTo>
                  <a:cubicBezTo>
                    <a:pt x="1248259" y="2101707"/>
                    <a:pt x="1248259" y="2167405"/>
                    <a:pt x="1273287" y="2170533"/>
                  </a:cubicBezTo>
                  <a:cubicBezTo>
                    <a:pt x="1298314" y="2173662"/>
                    <a:pt x="1370269" y="2170533"/>
                    <a:pt x="1429710" y="2192432"/>
                  </a:cubicBezTo>
                  <a:cubicBezTo>
                    <a:pt x="1489151" y="2214332"/>
                    <a:pt x="1567363" y="2189304"/>
                    <a:pt x="1567363" y="2164276"/>
                  </a:cubicBezTo>
                  <a:cubicBezTo>
                    <a:pt x="1567363" y="2139248"/>
                    <a:pt x="1545464" y="2107964"/>
                    <a:pt x="1498537" y="2101707"/>
                  </a:cubicBezTo>
                  <a:cubicBezTo>
                    <a:pt x="1460995" y="2096701"/>
                    <a:pt x="1430753" y="2078764"/>
                    <a:pt x="1420325" y="2070422"/>
                  </a:cubicBezTo>
                  <a:moveTo>
                    <a:pt x="1420325" y="2070422"/>
                  </a:moveTo>
                  <a:cubicBezTo>
                    <a:pt x="1317711" y="2140500"/>
                    <a:pt x="1296229" y="2076679"/>
                    <a:pt x="1298314" y="2036009"/>
                  </a:cubicBezTo>
                  <a:moveTo>
                    <a:pt x="1420325" y="2070422"/>
                  </a:moveTo>
                  <a:cubicBezTo>
                    <a:pt x="1481851" y="2008895"/>
                    <a:pt x="1618044" y="1875831"/>
                    <a:pt x="1670602" y="1835787"/>
                  </a:cubicBezTo>
                  <a:cubicBezTo>
                    <a:pt x="1736300" y="1785731"/>
                    <a:pt x="1798870" y="1704391"/>
                    <a:pt x="1795741" y="1644950"/>
                  </a:cubicBezTo>
                  <a:cubicBezTo>
                    <a:pt x="1792613" y="1585509"/>
                    <a:pt x="1764456" y="1554224"/>
                    <a:pt x="1723786" y="1551096"/>
                  </a:cubicBezTo>
                  <a:moveTo>
                    <a:pt x="1723786" y="1551096"/>
                  </a:moveTo>
                  <a:cubicBezTo>
                    <a:pt x="1691250" y="1548593"/>
                    <a:pt x="1593434" y="1550053"/>
                    <a:pt x="1548592" y="1551096"/>
                  </a:cubicBezTo>
                  <a:moveTo>
                    <a:pt x="1548592" y="1551096"/>
                  </a:moveTo>
                  <a:cubicBezTo>
                    <a:pt x="1549635" y="1503126"/>
                    <a:pt x="1564234" y="1378404"/>
                    <a:pt x="1614290" y="1263277"/>
                  </a:cubicBezTo>
                  <a:cubicBezTo>
                    <a:pt x="1664345" y="1148149"/>
                    <a:pt x="1660174" y="1065140"/>
                    <a:pt x="1651832" y="1038027"/>
                  </a:cubicBezTo>
                  <a:moveTo>
                    <a:pt x="1651832" y="1038027"/>
                  </a:moveTo>
                  <a:cubicBezTo>
                    <a:pt x="1664345" y="1032812"/>
                    <a:pt x="1686870" y="1002362"/>
                    <a:pt x="1676859" y="922274"/>
                  </a:cubicBezTo>
                  <a:cubicBezTo>
                    <a:pt x="1664345" y="822163"/>
                    <a:pt x="1654960" y="772107"/>
                    <a:pt x="1645575" y="718923"/>
                  </a:cubicBezTo>
                  <a:cubicBezTo>
                    <a:pt x="1638066" y="676376"/>
                    <a:pt x="1613247" y="655311"/>
                    <a:pt x="1601776" y="650097"/>
                  </a:cubicBezTo>
                  <a:moveTo>
                    <a:pt x="1651832" y="1038027"/>
                  </a:moveTo>
                  <a:cubicBezTo>
                    <a:pt x="1608033" y="1025513"/>
                    <a:pt x="1557977" y="1116239"/>
                    <a:pt x="1536078" y="1119367"/>
                  </a:cubicBezTo>
                  <a:cubicBezTo>
                    <a:pt x="1514179" y="1122496"/>
                    <a:pt x="1529821" y="1072440"/>
                    <a:pt x="1498537" y="978586"/>
                  </a:cubicBezTo>
                  <a:cubicBezTo>
                    <a:pt x="1473509" y="903503"/>
                    <a:pt x="1498537" y="845104"/>
                    <a:pt x="1514179" y="825291"/>
                  </a:cubicBezTo>
                  <a:moveTo>
                    <a:pt x="1601776" y="650097"/>
                  </a:moveTo>
                  <a:cubicBezTo>
                    <a:pt x="1601776" y="644882"/>
                    <a:pt x="1599899" y="631952"/>
                    <a:pt x="1592391" y="621940"/>
                  </a:cubicBezTo>
                  <a:moveTo>
                    <a:pt x="1601776" y="650097"/>
                  </a:moveTo>
                  <a:cubicBezTo>
                    <a:pt x="1556726" y="642588"/>
                    <a:pt x="1549635" y="676167"/>
                    <a:pt x="1551721" y="693895"/>
                  </a:cubicBezTo>
                  <a:moveTo>
                    <a:pt x="1592391" y="621940"/>
                  </a:moveTo>
                  <a:cubicBezTo>
                    <a:pt x="1548592" y="603170"/>
                    <a:pt x="1514179" y="650097"/>
                    <a:pt x="1514179" y="665739"/>
                  </a:cubicBezTo>
                  <a:cubicBezTo>
                    <a:pt x="1514179" y="678253"/>
                    <a:pt x="1539207" y="689724"/>
                    <a:pt x="1551721" y="693895"/>
                  </a:cubicBezTo>
                  <a:moveTo>
                    <a:pt x="1222032" y="991100"/>
                  </a:moveTo>
                  <a:cubicBezTo>
                    <a:pt x="1223475" y="1028642"/>
                    <a:pt x="1255142" y="1093088"/>
                    <a:pt x="1370269" y="1050541"/>
                  </a:cubicBezTo>
                  <a:cubicBezTo>
                    <a:pt x="1460369" y="1010496"/>
                    <a:pt x="1472466" y="948344"/>
                    <a:pt x="1467252" y="922274"/>
                  </a:cubicBezTo>
                  <a:cubicBezTo>
                    <a:pt x="1470520" y="885510"/>
                    <a:pt x="1459451" y="819945"/>
                    <a:pt x="1401554" y="793269"/>
                  </a:cubicBezTo>
                  <a:moveTo>
                    <a:pt x="1401554" y="793269"/>
                  </a:moveTo>
                  <a:cubicBezTo>
                    <a:pt x="1417560" y="800644"/>
                    <a:pt x="1460995" y="819034"/>
                    <a:pt x="1476637" y="822163"/>
                  </a:cubicBezTo>
                  <a:cubicBezTo>
                    <a:pt x="1492280" y="825291"/>
                    <a:pt x="1514179" y="825291"/>
                    <a:pt x="1514179" y="825291"/>
                  </a:cubicBezTo>
                  <a:moveTo>
                    <a:pt x="1514179" y="825291"/>
                  </a:moveTo>
                  <a:cubicBezTo>
                    <a:pt x="1525905" y="812726"/>
                    <a:pt x="1546243" y="779172"/>
                    <a:pt x="1551200" y="731437"/>
                  </a:cubicBezTo>
                  <a:moveTo>
                    <a:pt x="1551721" y="693895"/>
                  </a:moveTo>
                  <a:cubicBezTo>
                    <a:pt x="1552705" y="707193"/>
                    <a:pt x="1552414" y="719741"/>
                    <a:pt x="1551200" y="731437"/>
                  </a:cubicBezTo>
                  <a:moveTo>
                    <a:pt x="1263200" y="468645"/>
                  </a:moveTo>
                  <a:cubicBezTo>
                    <a:pt x="1267605" y="488459"/>
                    <a:pt x="1277666" y="533092"/>
                    <a:pt x="1282672" y="553114"/>
                  </a:cubicBezTo>
                  <a:cubicBezTo>
                    <a:pt x="1282672" y="575013"/>
                    <a:pt x="1273287" y="628197"/>
                    <a:pt x="1288929" y="631326"/>
                  </a:cubicBezTo>
                  <a:cubicBezTo>
                    <a:pt x="1298314" y="634454"/>
                    <a:pt x="1301443" y="609427"/>
                    <a:pt x="1313957" y="612555"/>
                  </a:cubicBezTo>
                  <a:cubicBezTo>
                    <a:pt x="1321468" y="614433"/>
                    <a:pt x="1327852" y="618564"/>
                    <a:pt x="1331755" y="626979"/>
                  </a:cubicBezTo>
                  <a:moveTo>
                    <a:pt x="1301443" y="678253"/>
                  </a:moveTo>
                  <a:cubicBezTo>
                    <a:pt x="1313957" y="700152"/>
                    <a:pt x="1335856" y="675125"/>
                    <a:pt x="1335856" y="650097"/>
                  </a:cubicBezTo>
                  <a:cubicBezTo>
                    <a:pt x="1335856" y="640090"/>
                    <a:pt x="1334356" y="632584"/>
                    <a:pt x="1331755" y="626979"/>
                  </a:cubicBezTo>
                  <a:moveTo>
                    <a:pt x="1331755" y="626979"/>
                  </a:moveTo>
                  <a:cubicBezTo>
                    <a:pt x="1349807" y="637813"/>
                    <a:pt x="1394046" y="675125"/>
                    <a:pt x="1426582" y="737694"/>
                  </a:cubicBezTo>
                  <a:cubicBezTo>
                    <a:pt x="1448481" y="775236"/>
                    <a:pt x="1481344" y="787749"/>
                    <a:pt x="1514179" y="772107"/>
                  </a:cubicBezTo>
                  <a:cubicBezTo>
                    <a:pt x="1529195" y="762096"/>
                    <a:pt x="1545116" y="740822"/>
                    <a:pt x="1551200" y="731437"/>
                  </a:cubicBezTo>
                </a:path>
              </a:pathLst>
            </a:custGeom>
            <a:noFill/>
            <a:ln w="938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896250" y="1712381"/>
            <a:ext cx="309264" cy="312460"/>
          </a:xfrm>
          <a:custGeom>
            <a:avLst/>
            <a:gdLst/>
            <a:ahLst/>
            <a:cxnLst/>
            <a:rect l="0" t="0" r="0" b="0"/>
            <a:pathLst>
              <a:path w="309264" h="312460">
                <a:moveTo>
                  <a:pt x="0" y="126840"/>
                </a:moveTo>
                <a:cubicBezTo>
                  <a:pt x="0" y="213978"/>
                  <a:pt x="92856" y="139215"/>
                  <a:pt x="139231" y="225837"/>
                </a:cubicBezTo>
                <a:cubicBezTo>
                  <a:pt x="185606" y="312460"/>
                  <a:pt x="309264" y="228931"/>
                  <a:pt x="244339" y="157776"/>
                </a:cubicBezTo>
                <a:cubicBezTo>
                  <a:pt x="179414" y="86622"/>
                  <a:pt x="236556" y="0"/>
                  <a:pt x="139230" y="0"/>
                </a:cubicBezTo>
                <a:cubicBezTo>
                  <a:pt x="41903" y="0"/>
                  <a:pt x="0" y="39702"/>
                  <a:pt x="0" y="126840"/>
                </a:cubicBezTo>
                <a:close/>
              </a:path>
            </a:pathLst>
          </a:custGeom>
          <a:noFill/>
          <a:ln w="9386">
            <a:solidFill>
              <a:srgbClr val="44E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19044" y="2237580"/>
            <a:ext cx="259765" cy="265565"/>
          </a:xfrm>
          <a:custGeom>
            <a:avLst/>
            <a:gdLst/>
            <a:ahLst/>
            <a:cxnLst/>
            <a:rect l="0" t="0" r="0" b="0"/>
            <a:pathLst>
              <a:path w="259765" h="265565">
                <a:moveTo>
                  <a:pt x="202226" y="252806"/>
                </a:moveTo>
                <a:cubicBezTo>
                  <a:pt x="222034" y="253703"/>
                  <a:pt x="242564" y="250891"/>
                  <a:pt x="258655" y="258807"/>
                </a:cubicBezTo>
                <a:cubicBezTo>
                  <a:pt x="241400" y="265565"/>
                  <a:pt x="221280" y="265110"/>
                  <a:pt x="202226" y="252806"/>
                </a:cubicBezTo>
                <a:close/>
                <a:moveTo>
                  <a:pt x="126856" y="17034"/>
                </a:moveTo>
                <a:cubicBezTo>
                  <a:pt x="190468" y="0"/>
                  <a:pt x="197240" y="38340"/>
                  <a:pt x="218656" y="81559"/>
                </a:cubicBezTo>
                <a:cubicBezTo>
                  <a:pt x="209063" y="81915"/>
                  <a:pt x="198789" y="82970"/>
                  <a:pt x="187812" y="84852"/>
                </a:cubicBezTo>
                <a:cubicBezTo>
                  <a:pt x="175298" y="92361"/>
                  <a:pt x="220139" y="135951"/>
                  <a:pt x="244124" y="156807"/>
                </a:cubicBezTo>
                <a:cubicBezTo>
                  <a:pt x="251424" y="164107"/>
                  <a:pt x="259765" y="183087"/>
                  <a:pt x="234739" y="200606"/>
                </a:cubicBezTo>
                <a:cubicBezTo>
                  <a:pt x="209712" y="218125"/>
                  <a:pt x="178426" y="203734"/>
                  <a:pt x="169041" y="209991"/>
                </a:cubicBezTo>
                <a:cubicBezTo>
                  <a:pt x="165409" y="211807"/>
                  <a:pt x="161270" y="214709"/>
                  <a:pt x="158477" y="218356"/>
                </a:cubicBezTo>
                <a:cubicBezTo>
                  <a:pt x="99248" y="189753"/>
                  <a:pt x="42907" y="252969"/>
                  <a:pt x="23018" y="178786"/>
                </a:cubicBezTo>
                <a:cubicBezTo>
                  <a:pt x="0" y="92933"/>
                  <a:pt x="30847" y="42745"/>
                  <a:pt x="126856" y="17034"/>
                </a:cubicBezTo>
                <a:close/>
              </a:path>
            </a:pathLst>
          </a:custGeom>
          <a:noFill/>
          <a:ln w="9386">
            <a:solidFill>
              <a:srgbClr val="FFE6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5790" y="2756060"/>
            <a:ext cx="265207" cy="222914"/>
          </a:xfrm>
          <a:custGeom>
            <a:avLst/>
            <a:gdLst/>
            <a:ahLst/>
            <a:cxnLst/>
            <a:rect l="0" t="0" r="0" b="0"/>
            <a:pathLst>
              <a:path w="265207" h="222914">
                <a:moveTo>
                  <a:pt x="126923" y="182508"/>
                </a:moveTo>
                <a:cubicBezTo>
                  <a:pt x="186599" y="166805"/>
                  <a:pt x="232953" y="222914"/>
                  <a:pt x="249080" y="152329"/>
                </a:cubicBezTo>
                <a:cubicBezTo>
                  <a:pt x="265207" y="81745"/>
                  <a:pt x="155664" y="0"/>
                  <a:pt x="95988" y="15702"/>
                </a:cubicBezTo>
                <a:cubicBezTo>
                  <a:pt x="36312" y="31405"/>
                  <a:pt x="30119" y="73112"/>
                  <a:pt x="15059" y="127620"/>
                </a:cubicBezTo>
                <a:cubicBezTo>
                  <a:pt x="0" y="182129"/>
                  <a:pt x="67247" y="198210"/>
                  <a:pt x="126923" y="182508"/>
                </a:cubicBezTo>
                <a:close/>
              </a:path>
            </a:pathLst>
          </a:custGeom>
          <a:noFill/>
          <a:ln w="9386">
            <a:solidFill>
              <a:srgbClr val="F995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38" y="371475"/>
            <a:ext cx="8147323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Roboto"/>
              </a:rPr>
              <a:t>Data Overload Hinders Market Understanding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353808" y="1743680"/>
            <a:ext cx="810101" cy="300303"/>
            <a:chOff x="2353808" y="1743680"/>
            <a:chExt cx="810101" cy="300303"/>
          </a:xfrm>
        </p:grpSpPr>
        <p:sp>
          <p:nvSpPr>
            <p:cNvPr id="10" name="TextBox 9"/>
            <p:cNvSpPr txBox="1"/>
            <p:nvPr/>
          </p:nvSpPr>
          <p:spPr>
            <a:xfrm>
              <a:off x="2353808" y="1743680"/>
              <a:ext cx="810101" cy="150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44E095"/>
                  </a:solidFill>
                  <a:latin typeface="Roboto"/>
                </a:rPr>
                <a:t>Lack of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53808" y="1893793"/>
              <a:ext cx="810101" cy="150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44E095"/>
                  </a:solidFill>
                  <a:latin typeface="Roboto"/>
                </a:rPr>
                <a:t>Understanding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980090" y="1893851"/>
            <a:ext cx="620315" cy="300304"/>
            <a:chOff x="5980090" y="1893851"/>
            <a:chExt cx="620315" cy="300304"/>
          </a:xfrm>
        </p:grpSpPr>
        <p:sp>
          <p:nvSpPr>
            <p:cNvPr id="13" name="TextBox 12"/>
            <p:cNvSpPr txBox="1"/>
            <p:nvPr/>
          </p:nvSpPr>
          <p:spPr>
            <a:xfrm>
              <a:off x="5980090" y="1893851"/>
              <a:ext cx="620315" cy="150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E60A"/>
                  </a:solidFill>
                  <a:latin typeface="Roboto"/>
                </a:rPr>
                <a:t>Technical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80090" y="2043965"/>
              <a:ext cx="620315" cy="150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FFE60A"/>
                  </a:solidFill>
                  <a:latin typeface="Roboto"/>
                </a:rPr>
                <a:t>Complexity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080916" y="2119078"/>
            <a:ext cx="1082992" cy="225255"/>
            <a:chOff x="2080916" y="2119078"/>
            <a:chExt cx="1082992" cy="225255"/>
          </a:xfrm>
        </p:grpSpPr>
        <p:sp>
          <p:nvSpPr>
            <p:cNvPr id="16" name="TextBox 15"/>
            <p:cNvSpPr txBox="1"/>
            <p:nvPr/>
          </p:nvSpPr>
          <p:spPr>
            <a:xfrm>
              <a:off x="2080916" y="2119078"/>
              <a:ext cx="1082992" cy="1125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FFFFFF"/>
                  </a:solidFill>
                  <a:latin typeface="Roboto"/>
                </a:rPr>
                <a:t>Difficult to convert data to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080916" y="2231663"/>
              <a:ext cx="1082992" cy="112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FFFFFF"/>
                  </a:solidFill>
                  <a:latin typeface="Roboto"/>
                </a:rPr>
                <a:t>decisions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980090" y="2269248"/>
            <a:ext cx="1064771" cy="225255"/>
            <a:chOff x="5980090" y="2269248"/>
            <a:chExt cx="1064771" cy="225255"/>
          </a:xfrm>
        </p:grpSpPr>
        <p:sp>
          <p:nvSpPr>
            <p:cNvPr id="19" name="TextBox 18"/>
            <p:cNvSpPr txBox="1"/>
            <p:nvPr/>
          </p:nvSpPr>
          <p:spPr>
            <a:xfrm>
              <a:off x="5980090" y="2269248"/>
              <a:ext cx="1064771" cy="1125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FFFFFF"/>
                  </a:solidFill>
                  <a:latin typeface="Roboto"/>
                </a:rPr>
                <a:t>Indicators and jargon are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980090" y="2381833"/>
              <a:ext cx="1064771" cy="112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FFFFFF"/>
                  </a:solidFill>
                  <a:latin typeface="Roboto"/>
                </a:rPr>
                <a:t>confusing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207713" y="2945004"/>
            <a:ext cx="956195" cy="150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F99539"/>
                </a:solidFill>
                <a:latin typeface="Roboto"/>
              </a:rPr>
              <a:t>Fragmented Data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255700" y="3170251"/>
            <a:ext cx="908208" cy="225256"/>
            <a:chOff x="2255700" y="3170251"/>
            <a:chExt cx="908208" cy="225256"/>
          </a:xfrm>
        </p:grpSpPr>
        <p:sp>
          <p:nvSpPr>
            <p:cNvPr id="23" name="TextBox 22"/>
            <p:cNvSpPr txBox="1"/>
            <p:nvPr/>
          </p:nvSpPr>
          <p:spPr>
            <a:xfrm>
              <a:off x="2255700" y="3170251"/>
              <a:ext cx="908208" cy="1125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FFFFFF"/>
                  </a:solidFill>
                  <a:latin typeface="Roboto"/>
                </a:rPr>
                <a:t>Information scattered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255700" y="3282837"/>
              <a:ext cx="908208" cy="112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FFFFFF"/>
                  </a:solidFill>
                  <a:latin typeface="Roboto"/>
                </a:rPr>
                <a:t>across platforms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59567" y="2218372"/>
            <a:ext cx="831532" cy="831532"/>
          </a:xfrm>
          <a:custGeom>
            <a:avLst/>
            <a:gdLst/>
            <a:ahLst/>
            <a:cxnLst/>
            <a:rect l="0" t="0" r="0" b="0"/>
            <a:pathLst>
              <a:path w="831532" h="831532">
                <a:moveTo>
                  <a:pt x="415766" y="0"/>
                </a:moveTo>
                <a:cubicBezTo>
                  <a:pt x="186144" y="0"/>
                  <a:pt x="0" y="186144"/>
                  <a:pt x="0" y="415766"/>
                </a:cubicBezTo>
                <a:cubicBezTo>
                  <a:pt x="0" y="645387"/>
                  <a:pt x="186144" y="831532"/>
                  <a:pt x="415766" y="831532"/>
                </a:cubicBezTo>
                <a:cubicBezTo>
                  <a:pt x="645387" y="831532"/>
                  <a:pt x="831532" y="645387"/>
                  <a:pt x="831532" y="415766"/>
                </a:cubicBezTo>
                <a:cubicBezTo>
                  <a:pt x="831532" y="186144"/>
                  <a:pt x="645387" y="0"/>
                  <a:pt x="415766" y="0"/>
                </a:cubicBezTo>
                <a:close/>
              </a:path>
            </a:pathLst>
          </a:custGeom>
          <a:noFill/>
          <a:ln w="11550">
            <a:solidFill>
              <a:srgbClr val="44E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95400" y="2218372"/>
            <a:ext cx="831532" cy="831532"/>
          </a:xfrm>
          <a:custGeom>
            <a:avLst/>
            <a:gdLst/>
            <a:ahLst/>
            <a:cxnLst/>
            <a:rect l="0" t="0" r="0" b="0"/>
            <a:pathLst>
              <a:path w="831532" h="831532">
                <a:moveTo>
                  <a:pt x="415766" y="0"/>
                </a:moveTo>
                <a:cubicBezTo>
                  <a:pt x="186144" y="0"/>
                  <a:pt x="0" y="186144"/>
                  <a:pt x="0" y="415766"/>
                </a:cubicBezTo>
                <a:cubicBezTo>
                  <a:pt x="0" y="645387"/>
                  <a:pt x="186144" y="831532"/>
                  <a:pt x="415766" y="831532"/>
                </a:cubicBezTo>
                <a:cubicBezTo>
                  <a:pt x="645387" y="831532"/>
                  <a:pt x="831532" y="645387"/>
                  <a:pt x="831532" y="415766"/>
                </a:cubicBezTo>
                <a:cubicBezTo>
                  <a:pt x="831532" y="186144"/>
                  <a:pt x="645387" y="0"/>
                  <a:pt x="415766" y="0"/>
                </a:cubicBezTo>
                <a:close/>
              </a:path>
            </a:pathLst>
          </a:custGeom>
          <a:noFill/>
          <a:ln w="11550">
            <a:solidFill>
              <a:srgbClr val="FD6A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0525" y="371475"/>
            <a:ext cx="5849416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Roboto"/>
              </a:rPr>
              <a:t>Why Current Solutions Fall Short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305550" y="1452610"/>
            <a:ext cx="1924173" cy="914400"/>
            <a:chOff x="6305550" y="1452610"/>
            <a:chExt cx="1924173" cy="914400"/>
          </a:xfrm>
        </p:grpSpPr>
        <p:sp>
          <p:nvSpPr>
            <p:cNvPr id="5" name="TextBox 4"/>
            <p:cNvSpPr txBox="1"/>
            <p:nvPr/>
          </p:nvSpPr>
          <p:spPr>
            <a:xfrm>
              <a:off x="6305550" y="1452610"/>
              <a:ext cx="1924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The Gap: Moving from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305550" y="1681210"/>
              <a:ext cx="1924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manual complexity to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5550" y="1909810"/>
              <a:ext cx="1924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automated visual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05550" y="2138410"/>
              <a:ext cx="1924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intelligence</a:t>
              </a:r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1457179" y="2368509"/>
            <a:ext cx="508158" cy="531256"/>
          </a:xfrm>
          <a:custGeom>
            <a:avLst/>
            <a:gdLst/>
            <a:ahLst/>
            <a:cxnLst/>
            <a:rect l="0" t="0" r="0" b="0"/>
            <a:pathLst>
              <a:path w="508158" h="531256">
                <a:moveTo>
                  <a:pt x="311824" y="254079"/>
                </a:moveTo>
                <a:lnTo>
                  <a:pt x="496609" y="254079"/>
                </a:lnTo>
                <a:cubicBezTo>
                  <a:pt x="496609" y="254079"/>
                  <a:pt x="508158" y="254079"/>
                  <a:pt x="508158" y="265628"/>
                </a:cubicBezTo>
                <a:lnTo>
                  <a:pt x="508158" y="311824"/>
                </a:lnTo>
                <a:cubicBezTo>
                  <a:pt x="508158" y="311824"/>
                  <a:pt x="508158" y="323373"/>
                  <a:pt x="496609" y="323373"/>
                </a:cubicBezTo>
                <a:lnTo>
                  <a:pt x="311824" y="323373"/>
                </a:lnTo>
                <a:cubicBezTo>
                  <a:pt x="311824" y="323373"/>
                  <a:pt x="300275" y="323373"/>
                  <a:pt x="300275" y="311824"/>
                </a:cubicBezTo>
                <a:lnTo>
                  <a:pt x="300275" y="265628"/>
                </a:lnTo>
                <a:cubicBezTo>
                  <a:pt x="300275" y="265628"/>
                  <a:pt x="300275" y="254079"/>
                  <a:pt x="311824" y="254079"/>
                </a:cubicBezTo>
                <a:moveTo>
                  <a:pt x="288726" y="323373"/>
                </a:moveTo>
                <a:lnTo>
                  <a:pt x="473511" y="323373"/>
                </a:lnTo>
                <a:cubicBezTo>
                  <a:pt x="473511" y="323373"/>
                  <a:pt x="485060" y="323373"/>
                  <a:pt x="485060" y="334922"/>
                </a:cubicBezTo>
                <a:lnTo>
                  <a:pt x="485060" y="381119"/>
                </a:lnTo>
                <a:cubicBezTo>
                  <a:pt x="485060" y="381119"/>
                  <a:pt x="485060" y="392668"/>
                  <a:pt x="473511" y="392668"/>
                </a:cubicBezTo>
                <a:lnTo>
                  <a:pt x="288726" y="392668"/>
                </a:lnTo>
                <a:cubicBezTo>
                  <a:pt x="288726" y="392668"/>
                  <a:pt x="277177" y="392668"/>
                  <a:pt x="277177" y="381119"/>
                </a:cubicBezTo>
                <a:lnTo>
                  <a:pt x="277177" y="334922"/>
                </a:lnTo>
                <a:cubicBezTo>
                  <a:pt x="277177" y="334922"/>
                  <a:pt x="277177" y="323373"/>
                  <a:pt x="288726" y="323373"/>
                </a:cubicBezTo>
                <a:moveTo>
                  <a:pt x="311824" y="392668"/>
                </a:moveTo>
                <a:lnTo>
                  <a:pt x="496609" y="392668"/>
                </a:lnTo>
                <a:cubicBezTo>
                  <a:pt x="496609" y="392668"/>
                  <a:pt x="508158" y="392668"/>
                  <a:pt x="508158" y="404217"/>
                </a:cubicBezTo>
                <a:lnTo>
                  <a:pt x="508158" y="450413"/>
                </a:lnTo>
                <a:cubicBezTo>
                  <a:pt x="508158" y="450413"/>
                  <a:pt x="508158" y="461962"/>
                  <a:pt x="496609" y="461962"/>
                </a:cubicBezTo>
                <a:lnTo>
                  <a:pt x="311824" y="461962"/>
                </a:lnTo>
                <a:cubicBezTo>
                  <a:pt x="311824" y="461962"/>
                  <a:pt x="300275" y="461962"/>
                  <a:pt x="300275" y="450413"/>
                </a:cubicBezTo>
                <a:lnTo>
                  <a:pt x="300275" y="404217"/>
                </a:lnTo>
                <a:cubicBezTo>
                  <a:pt x="300275" y="404217"/>
                  <a:pt x="300275" y="392668"/>
                  <a:pt x="311824" y="392668"/>
                </a:cubicBezTo>
                <a:moveTo>
                  <a:pt x="288726" y="461962"/>
                </a:moveTo>
                <a:lnTo>
                  <a:pt x="473511" y="461962"/>
                </a:lnTo>
                <a:cubicBezTo>
                  <a:pt x="473511" y="461962"/>
                  <a:pt x="485060" y="461962"/>
                  <a:pt x="485060" y="473511"/>
                </a:cubicBezTo>
                <a:lnTo>
                  <a:pt x="485060" y="519707"/>
                </a:lnTo>
                <a:cubicBezTo>
                  <a:pt x="485060" y="519707"/>
                  <a:pt x="485060" y="531256"/>
                  <a:pt x="473511" y="531256"/>
                </a:cubicBezTo>
                <a:lnTo>
                  <a:pt x="288726" y="531256"/>
                </a:lnTo>
                <a:cubicBezTo>
                  <a:pt x="288726" y="531256"/>
                  <a:pt x="277177" y="531256"/>
                  <a:pt x="277177" y="519707"/>
                </a:cubicBezTo>
                <a:lnTo>
                  <a:pt x="277177" y="473511"/>
                </a:lnTo>
                <a:cubicBezTo>
                  <a:pt x="277177" y="473511"/>
                  <a:pt x="277177" y="461962"/>
                  <a:pt x="288726" y="461962"/>
                </a:cubicBezTo>
                <a:moveTo>
                  <a:pt x="11549" y="392668"/>
                </a:moveTo>
                <a:lnTo>
                  <a:pt x="196334" y="392668"/>
                </a:lnTo>
                <a:cubicBezTo>
                  <a:pt x="196334" y="392668"/>
                  <a:pt x="207883" y="392668"/>
                  <a:pt x="207883" y="404217"/>
                </a:cubicBezTo>
                <a:lnTo>
                  <a:pt x="207883" y="450413"/>
                </a:lnTo>
                <a:cubicBezTo>
                  <a:pt x="207883" y="450413"/>
                  <a:pt x="207883" y="461962"/>
                  <a:pt x="196334" y="461962"/>
                </a:cubicBezTo>
                <a:lnTo>
                  <a:pt x="11549" y="461962"/>
                </a:lnTo>
                <a:cubicBezTo>
                  <a:pt x="11549" y="461962"/>
                  <a:pt x="0" y="461962"/>
                  <a:pt x="0" y="450413"/>
                </a:cubicBezTo>
                <a:lnTo>
                  <a:pt x="0" y="404217"/>
                </a:lnTo>
                <a:cubicBezTo>
                  <a:pt x="0" y="404217"/>
                  <a:pt x="0" y="392668"/>
                  <a:pt x="11549" y="392668"/>
                </a:cubicBezTo>
                <a:moveTo>
                  <a:pt x="34647" y="461962"/>
                </a:moveTo>
                <a:lnTo>
                  <a:pt x="219432" y="461962"/>
                </a:lnTo>
                <a:cubicBezTo>
                  <a:pt x="219432" y="461962"/>
                  <a:pt x="230981" y="461962"/>
                  <a:pt x="230981" y="473511"/>
                </a:cubicBezTo>
                <a:lnTo>
                  <a:pt x="230981" y="519707"/>
                </a:lnTo>
                <a:cubicBezTo>
                  <a:pt x="230981" y="519707"/>
                  <a:pt x="230981" y="531256"/>
                  <a:pt x="219432" y="531256"/>
                </a:cubicBezTo>
                <a:lnTo>
                  <a:pt x="34647" y="531256"/>
                </a:lnTo>
                <a:cubicBezTo>
                  <a:pt x="34647" y="531256"/>
                  <a:pt x="23098" y="531256"/>
                  <a:pt x="23098" y="519707"/>
                </a:cubicBezTo>
                <a:lnTo>
                  <a:pt x="23098" y="473511"/>
                </a:lnTo>
                <a:cubicBezTo>
                  <a:pt x="23098" y="473511"/>
                  <a:pt x="23098" y="461962"/>
                  <a:pt x="34647" y="461962"/>
                </a:cubicBezTo>
                <a:moveTo>
                  <a:pt x="11456" y="300275"/>
                </a:moveTo>
                <a:lnTo>
                  <a:pt x="204811" y="107013"/>
                </a:lnTo>
                <a:cubicBezTo>
                  <a:pt x="213123" y="98727"/>
                  <a:pt x="226327" y="97992"/>
                  <a:pt x="235508" y="105304"/>
                </a:cubicBezTo>
                <a:lnTo>
                  <a:pt x="318176" y="171434"/>
                </a:lnTo>
                <a:cubicBezTo>
                  <a:pt x="327607" y="178943"/>
                  <a:pt x="341226" y="177937"/>
                  <a:pt x="349451" y="169124"/>
                </a:cubicBezTo>
                <a:lnTo>
                  <a:pt x="508066" y="0"/>
                </a:lnTo>
                <a:moveTo>
                  <a:pt x="346471" y="0"/>
                </a:moveTo>
                <a:lnTo>
                  <a:pt x="508158" y="0"/>
                </a:lnTo>
                <a:lnTo>
                  <a:pt x="508158" y="150137"/>
                </a:lnTo>
              </a:path>
            </a:pathLst>
          </a:custGeom>
          <a:noFill/>
          <a:ln w="11550">
            <a:solidFill>
              <a:srgbClr val="FD6A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4232" y="2389903"/>
            <a:ext cx="438696" cy="488556"/>
          </a:xfrm>
          <a:custGeom>
            <a:avLst/>
            <a:gdLst/>
            <a:ahLst/>
            <a:cxnLst/>
            <a:rect l="0" t="0" r="0" b="0"/>
            <a:pathLst>
              <a:path w="438696" h="488556">
                <a:moveTo>
                  <a:pt x="201625" y="353950"/>
                </a:moveTo>
                <a:lnTo>
                  <a:pt x="186797" y="470969"/>
                </a:lnTo>
                <a:cubicBezTo>
                  <a:pt x="185350" y="482394"/>
                  <a:pt x="199535" y="488556"/>
                  <a:pt x="206856" y="479665"/>
                </a:cubicBezTo>
                <a:cubicBezTo>
                  <a:pt x="227064" y="455127"/>
                  <a:pt x="256261" y="419544"/>
                  <a:pt x="287406" y="381544"/>
                </a:cubicBezTo>
                <a:moveTo>
                  <a:pt x="402704" y="240742"/>
                </a:moveTo>
                <a:cubicBezTo>
                  <a:pt x="414623" y="226177"/>
                  <a:pt x="424837" y="213693"/>
                  <a:pt x="432527" y="204291"/>
                </a:cubicBezTo>
                <a:cubicBezTo>
                  <a:pt x="438696" y="196750"/>
                  <a:pt x="433327" y="185437"/>
                  <a:pt x="423585" y="185437"/>
                </a:cubicBezTo>
                <a:lnTo>
                  <a:pt x="397519" y="185437"/>
                </a:lnTo>
                <a:moveTo>
                  <a:pt x="58140" y="297452"/>
                </a:moveTo>
                <a:lnTo>
                  <a:pt x="15146" y="297452"/>
                </a:lnTo>
                <a:cubicBezTo>
                  <a:pt x="5352" y="297452"/>
                  <a:pt x="0" y="286034"/>
                  <a:pt x="6272" y="278513"/>
                </a:cubicBezTo>
                <a:lnTo>
                  <a:pt x="40429" y="237555"/>
                </a:lnTo>
                <a:moveTo>
                  <a:pt x="135391" y="123712"/>
                </a:moveTo>
                <a:cubicBezTo>
                  <a:pt x="172069" y="79749"/>
                  <a:pt x="207698" y="37057"/>
                  <a:pt x="231263" y="8853"/>
                </a:cubicBezTo>
                <a:cubicBezTo>
                  <a:pt x="238661" y="0"/>
                  <a:pt x="252969" y="6287"/>
                  <a:pt x="251481" y="17728"/>
                </a:cubicBezTo>
                <a:lnTo>
                  <a:pt x="239150" y="112487"/>
                </a:lnTo>
                <a:moveTo>
                  <a:pt x="179927" y="312003"/>
                </a:moveTo>
                <a:lnTo>
                  <a:pt x="224544" y="161917"/>
                </a:lnTo>
                <a:cubicBezTo>
                  <a:pt x="226745" y="154513"/>
                  <a:pt x="221198" y="147076"/>
                  <a:pt x="213474" y="147076"/>
                </a:cubicBezTo>
                <a:lnTo>
                  <a:pt x="191799" y="147076"/>
                </a:lnTo>
                <a:cubicBezTo>
                  <a:pt x="186654" y="147076"/>
                  <a:pt x="182129" y="150480"/>
                  <a:pt x="180702" y="155423"/>
                </a:cubicBezTo>
                <a:lnTo>
                  <a:pt x="145258" y="278210"/>
                </a:lnTo>
                <a:cubicBezTo>
                  <a:pt x="144448" y="281021"/>
                  <a:pt x="140449" y="280981"/>
                  <a:pt x="139695" y="278155"/>
                </a:cubicBezTo>
                <a:lnTo>
                  <a:pt x="106982" y="155646"/>
                </a:lnTo>
                <a:cubicBezTo>
                  <a:pt x="105633" y="150592"/>
                  <a:pt x="101055" y="147076"/>
                  <a:pt x="95825" y="147076"/>
                </a:cubicBezTo>
                <a:lnTo>
                  <a:pt x="72887" y="147076"/>
                </a:lnTo>
                <a:cubicBezTo>
                  <a:pt x="65199" y="147076"/>
                  <a:pt x="59658" y="154446"/>
                  <a:pt x="61792" y="161832"/>
                </a:cubicBezTo>
                <a:lnTo>
                  <a:pt x="105108" y="311748"/>
                </a:lnTo>
                <a:cubicBezTo>
                  <a:pt x="109392" y="326572"/>
                  <a:pt x="122963" y="336777"/>
                  <a:pt x="138394" y="336777"/>
                </a:cubicBezTo>
                <a:lnTo>
                  <a:pt x="146717" y="336777"/>
                </a:lnTo>
                <a:cubicBezTo>
                  <a:pt x="162049" y="336777"/>
                  <a:pt x="175558" y="326699"/>
                  <a:pt x="179927" y="312003"/>
                </a:cubicBezTo>
                <a:close/>
                <a:moveTo>
                  <a:pt x="296171" y="297344"/>
                </a:moveTo>
                <a:cubicBezTo>
                  <a:pt x="285979" y="297344"/>
                  <a:pt x="275542" y="295430"/>
                  <a:pt x="266625" y="292711"/>
                </a:cubicBezTo>
                <a:cubicBezTo>
                  <a:pt x="259350" y="290493"/>
                  <a:pt x="251070" y="294515"/>
                  <a:pt x="249513" y="301959"/>
                </a:cubicBezTo>
                <a:lnTo>
                  <a:pt x="246120" y="318179"/>
                </a:lnTo>
                <a:cubicBezTo>
                  <a:pt x="245057" y="323256"/>
                  <a:pt x="247510" y="328446"/>
                  <a:pt x="252415" y="330133"/>
                </a:cubicBezTo>
                <a:cubicBezTo>
                  <a:pt x="262926" y="333746"/>
                  <a:pt x="278225" y="336783"/>
                  <a:pt x="294024" y="336783"/>
                </a:cubicBezTo>
                <a:cubicBezTo>
                  <a:pt x="343923" y="336783"/>
                  <a:pt x="369353" y="310881"/>
                  <a:pt x="369353" y="278099"/>
                </a:cubicBezTo>
                <a:cubicBezTo>
                  <a:pt x="369353" y="254435"/>
                  <a:pt x="356242" y="236143"/>
                  <a:pt x="324992" y="223331"/>
                </a:cubicBezTo>
                <a:cubicBezTo>
                  <a:pt x="302189" y="213710"/>
                  <a:pt x="294108" y="209514"/>
                  <a:pt x="294108" y="200564"/>
                </a:cubicBezTo>
                <a:cubicBezTo>
                  <a:pt x="294108" y="192340"/>
                  <a:pt x="302048" y="186242"/>
                  <a:pt x="317024" y="186242"/>
                </a:cubicBezTo>
                <a:cubicBezTo>
                  <a:pt x="325702" y="186242"/>
                  <a:pt x="333187" y="187542"/>
                  <a:pt x="339390" y="189277"/>
                </a:cubicBezTo>
                <a:cubicBezTo>
                  <a:pt x="346458" y="191253"/>
                  <a:pt x="354303" y="187552"/>
                  <a:pt x="355996" y="180412"/>
                </a:cubicBezTo>
                <a:lnTo>
                  <a:pt x="359679" y="164886"/>
                </a:lnTo>
                <a:cubicBezTo>
                  <a:pt x="360950" y="159528"/>
                  <a:pt x="358277" y="153948"/>
                  <a:pt x="353037" y="152253"/>
                </a:cubicBezTo>
                <a:cubicBezTo>
                  <a:pt x="343652" y="149215"/>
                  <a:pt x="331765" y="147082"/>
                  <a:pt x="317335" y="147082"/>
                </a:cubicBezTo>
                <a:cubicBezTo>
                  <a:pt x="271391" y="147082"/>
                  <a:pt x="245934" y="172536"/>
                  <a:pt x="245934" y="204535"/>
                </a:cubicBezTo>
                <a:cubicBezTo>
                  <a:pt x="245934" y="227863"/>
                  <a:pt x="262096" y="245988"/>
                  <a:pt x="293148" y="259050"/>
                </a:cubicBezTo>
                <a:cubicBezTo>
                  <a:pt x="312813" y="266911"/>
                  <a:pt x="321007" y="272450"/>
                  <a:pt x="321007" y="281764"/>
                </a:cubicBezTo>
                <a:cubicBezTo>
                  <a:pt x="321007" y="291078"/>
                  <a:pt x="312475" y="297344"/>
                  <a:pt x="296171" y="297344"/>
                </a:cubicBezTo>
                <a:close/>
              </a:path>
            </a:pathLst>
          </a:custGeom>
          <a:noFill/>
          <a:ln w="115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8156" y="2356960"/>
            <a:ext cx="537031" cy="537031"/>
          </a:xfrm>
          <a:custGeom>
            <a:avLst/>
            <a:gdLst/>
            <a:ahLst/>
            <a:cxnLst/>
            <a:rect l="0" t="0" r="0" b="0"/>
            <a:pathLst>
              <a:path w="537031" h="537031">
                <a:moveTo>
                  <a:pt x="0" y="0"/>
                </a:moveTo>
                <a:moveTo>
                  <a:pt x="416921" y="512778"/>
                </a:moveTo>
                <a:lnTo>
                  <a:pt x="363795" y="461962"/>
                </a:lnTo>
                <a:lnTo>
                  <a:pt x="416921" y="411146"/>
                </a:lnTo>
                <a:moveTo>
                  <a:pt x="502384" y="392668"/>
                </a:moveTo>
                <a:cubicBezTo>
                  <a:pt x="502384" y="431934"/>
                  <a:pt x="472356" y="461962"/>
                  <a:pt x="433089" y="461962"/>
                </a:cubicBezTo>
                <a:lnTo>
                  <a:pt x="363795" y="461962"/>
                </a:lnTo>
                <a:moveTo>
                  <a:pt x="0" y="0"/>
                </a:moveTo>
                <a:moveTo>
                  <a:pt x="144363" y="41576"/>
                </a:moveTo>
                <a:lnTo>
                  <a:pt x="197488" y="92392"/>
                </a:lnTo>
                <a:lnTo>
                  <a:pt x="144363" y="143208"/>
                </a:lnTo>
                <a:moveTo>
                  <a:pt x="58900" y="161686"/>
                </a:moveTo>
                <a:cubicBezTo>
                  <a:pt x="58900" y="122420"/>
                  <a:pt x="88927" y="92392"/>
                  <a:pt x="128194" y="92392"/>
                </a:cubicBezTo>
                <a:lnTo>
                  <a:pt x="197488" y="92392"/>
                </a:lnTo>
                <a:moveTo>
                  <a:pt x="155912" y="537031"/>
                </a:moveTo>
                <a:cubicBezTo>
                  <a:pt x="232452" y="537031"/>
                  <a:pt x="294501" y="474982"/>
                  <a:pt x="294501" y="398442"/>
                </a:cubicBezTo>
                <a:cubicBezTo>
                  <a:pt x="294501" y="321902"/>
                  <a:pt x="232452" y="259853"/>
                  <a:pt x="155912" y="259853"/>
                </a:cubicBezTo>
                <a:cubicBezTo>
                  <a:pt x="79371" y="259853"/>
                  <a:pt x="17323" y="321902"/>
                  <a:pt x="17323" y="398442"/>
                </a:cubicBezTo>
                <a:cubicBezTo>
                  <a:pt x="17323" y="474982"/>
                  <a:pt x="79371" y="537031"/>
                  <a:pt x="155912" y="537031"/>
                </a:cubicBezTo>
                <a:close/>
                <a:moveTo>
                  <a:pt x="179010" y="352246"/>
                </a:moveTo>
                <a:cubicBezTo>
                  <a:pt x="172081" y="345316"/>
                  <a:pt x="165151" y="343007"/>
                  <a:pt x="155912" y="343007"/>
                </a:cubicBezTo>
                <a:cubicBezTo>
                  <a:pt x="137433" y="343007"/>
                  <a:pt x="123575" y="354556"/>
                  <a:pt x="123575" y="370724"/>
                </a:cubicBezTo>
                <a:cubicBezTo>
                  <a:pt x="123575" y="386893"/>
                  <a:pt x="137433" y="400752"/>
                  <a:pt x="155912" y="400752"/>
                </a:cubicBezTo>
                <a:cubicBezTo>
                  <a:pt x="174390" y="400752"/>
                  <a:pt x="188249" y="412301"/>
                  <a:pt x="188249" y="428470"/>
                </a:cubicBezTo>
                <a:cubicBezTo>
                  <a:pt x="188249" y="442329"/>
                  <a:pt x="174390" y="456187"/>
                  <a:pt x="155912" y="456187"/>
                </a:cubicBezTo>
                <a:cubicBezTo>
                  <a:pt x="146673" y="456187"/>
                  <a:pt x="135124" y="451568"/>
                  <a:pt x="130504" y="444638"/>
                </a:cubicBezTo>
                <a:moveTo>
                  <a:pt x="155912" y="343007"/>
                </a:moveTo>
                <a:lnTo>
                  <a:pt x="155912" y="317599"/>
                </a:lnTo>
                <a:moveTo>
                  <a:pt x="155912" y="481595"/>
                </a:moveTo>
                <a:lnTo>
                  <a:pt x="155912" y="456187"/>
                </a:lnTo>
                <a:moveTo>
                  <a:pt x="537031" y="202108"/>
                </a:moveTo>
                <a:cubicBezTo>
                  <a:pt x="537031" y="215967"/>
                  <a:pt x="527792" y="225206"/>
                  <a:pt x="513933" y="225206"/>
                </a:cubicBezTo>
                <a:lnTo>
                  <a:pt x="306050" y="225206"/>
                </a:lnTo>
                <a:cubicBezTo>
                  <a:pt x="292191" y="225206"/>
                  <a:pt x="282952" y="215967"/>
                  <a:pt x="282952" y="202108"/>
                </a:cubicBezTo>
                <a:lnTo>
                  <a:pt x="282952" y="40421"/>
                </a:lnTo>
                <a:cubicBezTo>
                  <a:pt x="282952" y="26562"/>
                  <a:pt x="292191" y="17323"/>
                  <a:pt x="306050" y="17323"/>
                </a:cubicBezTo>
                <a:lnTo>
                  <a:pt x="513933" y="17323"/>
                </a:lnTo>
                <a:cubicBezTo>
                  <a:pt x="527792" y="17323"/>
                  <a:pt x="537031" y="26562"/>
                  <a:pt x="537031" y="40421"/>
                </a:cubicBezTo>
                <a:close/>
                <a:moveTo>
                  <a:pt x="409991" y="225206"/>
                </a:moveTo>
                <a:lnTo>
                  <a:pt x="409991" y="294501"/>
                </a:lnTo>
                <a:moveTo>
                  <a:pt x="363795" y="294501"/>
                </a:moveTo>
                <a:lnTo>
                  <a:pt x="456187" y="294501"/>
                </a:lnTo>
                <a:moveTo>
                  <a:pt x="0" y="0"/>
                </a:moveTo>
                <a:moveTo>
                  <a:pt x="348781" y="155912"/>
                </a:moveTo>
                <a:lnTo>
                  <a:pt x="378809" y="102786"/>
                </a:lnTo>
                <a:lnTo>
                  <a:pt x="436554" y="148982"/>
                </a:lnTo>
                <a:lnTo>
                  <a:pt x="471201" y="86617"/>
                </a:lnTo>
              </a:path>
            </a:pathLst>
          </a:custGeom>
          <a:noFill/>
          <a:ln w="11550">
            <a:solidFill>
              <a:srgbClr val="44E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2795635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6534150" y="2709914"/>
            <a:ext cx="2100976" cy="761952"/>
            <a:chOff x="6534150" y="2709914"/>
            <a:chExt cx="2100976" cy="761952"/>
          </a:xfrm>
        </p:grpSpPr>
        <p:sp>
          <p:nvSpPr>
            <p:cNvPr id="14" name="TextBox 13"/>
            <p:cNvSpPr txBox="1"/>
            <p:nvPr/>
          </p:nvSpPr>
          <p:spPr>
            <a:xfrm>
              <a:off x="6534150" y="2709914"/>
              <a:ext cx="21009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Traditional Approach: Multiple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34150" y="2900414"/>
              <a:ext cx="21009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platforms, manual analysis,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34150" y="3090914"/>
              <a:ext cx="21009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complex indicators, and time-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534150" y="3281414"/>
              <a:ext cx="2100976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consuming information overload.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997381" y="3234690"/>
            <a:ext cx="1427559" cy="1847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FD6A65"/>
                </a:solidFill>
                <a:latin typeface="Roboto"/>
              </a:rPr>
              <a:t>Traditional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7529" y="3234690"/>
            <a:ext cx="995600" cy="18478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44E095"/>
                </a:solidFill>
                <a:latin typeface="Roboto"/>
              </a:rPr>
              <a:t>TradeVision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523" y="3511871"/>
            <a:ext cx="1751285" cy="1539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Roboto"/>
              </a:rPr>
              <a:t>Manual, complex, time-consuming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0600" y="3511871"/>
            <a:ext cx="1369456" cy="1539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Roboto"/>
              </a:rPr>
              <a:t>Automated, simplified, fast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2225" y="3786187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8" name="Group 27"/>
          <p:cNvGrpSpPr/>
          <p:nvPr/>
        </p:nvGrpSpPr>
        <p:grpSpPr>
          <a:xfrm>
            <a:off x="6534150" y="3700467"/>
            <a:ext cx="2223725" cy="761952"/>
            <a:chOff x="6534150" y="3700467"/>
            <a:chExt cx="2223725" cy="761952"/>
          </a:xfrm>
        </p:grpSpPr>
        <p:sp>
          <p:nvSpPr>
            <p:cNvPr id="24" name="TextBox 23"/>
            <p:cNvSpPr txBox="1"/>
            <p:nvPr/>
          </p:nvSpPr>
          <p:spPr>
            <a:xfrm>
              <a:off x="6534150" y="3700467"/>
              <a:ext cx="22237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TradeVision AI: Unified experience,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34150" y="3890967"/>
              <a:ext cx="22237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AI-assisted analysis, simplified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34150" y="4081467"/>
              <a:ext cx="22237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insights, and faster visual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34150" y="4271967"/>
              <a:ext cx="2223725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understanding.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3236306" y="2017921"/>
            <a:ext cx="1897605" cy="1658101"/>
            <a:chOff x="3236306" y="2017921"/>
            <a:chExt cx="1897605" cy="1658101"/>
          </a:xfrm>
        </p:grpSpPr>
        <p:sp>
          <p:nvSpPr>
            <p:cNvPr id="2" name="Rounded Rectangle 1"/>
            <p:cNvSpPr/>
            <p:nvPr/>
          </p:nvSpPr>
          <p:spPr>
            <a:xfrm>
              <a:off x="3236306" y="2017921"/>
              <a:ext cx="1059342" cy="1658101"/>
            </a:xfrm>
            <a:custGeom>
              <a:avLst/>
              <a:gdLst/>
              <a:ahLst/>
              <a:cxnLst/>
              <a:rect l="0" t="0" r="0" b="0"/>
              <a:pathLst>
                <a:path w="1059342" h="1658101">
                  <a:moveTo>
                    <a:pt x="1059342" y="221080"/>
                  </a:moveTo>
                  <a:lnTo>
                    <a:pt x="838262" y="0"/>
                  </a:lnTo>
                  <a:lnTo>
                    <a:pt x="0" y="1437021"/>
                  </a:lnTo>
                  <a:lnTo>
                    <a:pt x="221080" y="1658101"/>
                  </a:lnTo>
                  <a:lnTo>
                    <a:pt x="1059342" y="221080"/>
                  </a:lnTo>
                  <a:close/>
                </a:path>
              </a:pathLst>
            </a:custGeom>
            <a:noFill/>
            <a:ln w="138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457386" y="2239001"/>
              <a:ext cx="1676525" cy="1437021"/>
            </a:xfrm>
            <a:custGeom>
              <a:avLst/>
              <a:gdLst/>
              <a:ahLst/>
              <a:cxnLst/>
              <a:rect l="0" t="0" r="0" b="0"/>
              <a:pathLst>
                <a:path w="1676525" h="1437021">
                  <a:moveTo>
                    <a:pt x="838262" y="0"/>
                  </a:moveTo>
                  <a:lnTo>
                    <a:pt x="0" y="1437021"/>
                  </a:lnTo>
                  <a:lnTo>
                    <a:pt x="1676525" y="1437021"/>
                  </a:lnTo>
                  <a:lnTo>
                    <a:pt x="838262" y="0"/>
                  </a:lnTo>
                  <a:close/>
                </a:path>
              </a:pathLst>
            </a:custGeom>
            <a:noFill/>
            <a:ln w="13815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024437" y="2957512"/>
            <a:ext cx="852080" cy="9525"/>
          </a:xfrm>
          <a:custGeom>
            <a:avLst/>
            <a:gdLst/>
            <a:ahLst/>
            <a:cxnLst/>
            <a:rect l="0" t="0" r="0" b="0"/>
            <a:pathLst>
              <a:path w="852080" h="9525">
                <a:moveTo>
                  <a:pt x="0" y="0"/>
                </a:moveTo>
                <a:lnTo>
                  <a:pt x="852080" y="0"/>
                </a:lnTo>
              </a:path>
            </a:pathLst>
          </a:custGeom>
          <a:noFill/>
          <a:ln w="1381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61197" y="2625892"/>
            <a:ext cx="663240" cy="663240"/>
          </a:xfrm>
          <a:custGeom>
            <a:avLst/>
            <a:gdLst/>
            <a:ahLst/>
            <a:cxnLst/>
            <a:rect l="0" t="0" r="0" b="0"/>
            <a:pathLst>
              <a:path w="663240" h="663240">
                <a:moveTo>
                  <a:pt x="331620" y="0"/>
                </a:moveTo>
                <a:lnTo>
                  <a:pt x="331620" y="0"/>
                </a:lnTo>
                <a:cubicBezTo>
                  <a:pt x="331620" y="0"/>
                  <a:pt x="663240" y="0"/>
                  <a:pt x="663240" y="331620"/>
                </a:cubicBezTo>
                <a:lnTo>
                  <a:pt x="663240" y="331620"/>
                </a:lnTo>
                <a:cubicBezTo>
                  <a:pt x="663240" y="331620"/>
                  <a:pt x="663240" y="663240"/>
                  <a:pt x="331620" y="663240"/>
                </a:cubicBezTo>
                <a:lnTo>
                  <a:pt x="331620" y="663240"/>
                </a:lnTo>
                <a:cubicBezTo>
                  <a:pt x="331620" y="663240"/>
                  <a:pt x="0" y="663240"/>
                  <a:pt x="0" y="331620"/>
                </a:cubicBezTo>
                <a:lnTo>
                  <a:pt x="0" y="331620"/>
                </a:lnTo>
                <a:cubicBezTo>
                  <a:pt x="0" y="331620"/>
                  <a:pt x="0" y="0"/>
                  <a:pt x="331620" y="0"/>
                </a:cubicBezTo>
              </a:path>
            </a:pathLst>
          </a:custGeom>
          <a:noFill/>
          <a:ln w="1381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0102" y="3454943"/>
            <a:ext cx="552700" cy="552700"/>
          </a:xfrm>
          <a:custGeom>
            <a:avLst/>
            <a:gdLst/>
            <a:ahLst/>
            <a:cxnLst/>
            <a:rect l="0" t="0" r="0" b="0"/>
            <a:pathLst>
              <a:path w="552700" h="552700">
                <a:moveTo>
                  <a:pt x="276350" y="0"/>
                </a:moveTo>
                <a:lnTo>
                  <a:pt x="276350" y="0"/>
                </a:lnTo>
                <a:cubicBezTo>
                  <a:pt x="276350" y="0"/>
                  <a:pt x="552700" y="0"/>
                  <a:pt x="552700" y="276350"/>
                </a:cubicBezTo>
                <a:lnTo>
                  <a:pt x="552700" y="276350"/>
                </a:lnTo>
                <a:cubicBezTo>
                  <a:pt x="552700" y="276350"/>
                  <a:pt x="552700" y="552700"/>
                  <a:pt x="276350" y="552700"/>
                </a:cubicBezTo>
                <a:lnTo>
                  <a:pt x="276350" y="552700"/>
                </a:lnTo>
                <a:cubicBezTo>
                  <a:pt x="276350" y="552700"/>
                  <a:pt x="0" y="552700"/>
                  <a:pt x="0" y="276350"/>
                </a:cubicBezTo>
                <a:lnTo>
                  <a:pt x="0" y="276350"/>
                </a:lnTo>
                <a:cubicBezTo>
                  <a:pt x="0" y="276350"/>
                  <a:pt x="0" y="0"/>
                  <a:pt x="276350" y="0"/>
                </a:cubicBezTo>
              </a:path>
            </a:pathLst>
          </a:custGeom>
          <a:noFill/>
          <a:ln w="13815">
            <a:solidFill>
              <a:srgbClr val="A8DD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30101" y="2681161"/>
            <a:ext cx="552700" cy="552700"/>
          </a:xfrm>
          <a:custGeom>
            <a:avLst/>
            <a:gdLst/>
            <a:ahLst/>
            <a:cxnLst/>
            <a:rect l="0" t="0" r="0" b="0"/>
            <a:pathLst>
              <a:path w="552700" h="552700">
                <a:moveTo>
                  <a:pt x="276350" y="0"/>
                </a:moveTo>
                <a:lnTo>
                  <a:pt x="276350" y="0"/>
                </a:lnTo>
                <a:cubicBezTo>
                  <a:pt x="276350" y="0"/>
                  <a:pt x="552700" y="0"/>
                  <a:pt x="552700" y="276350"/>
                </a:cubicBezTo>
                <a:lnTo>
                  <a:pt x="552700" y="276350"/>
                </a:lnTo>
                <a:cubicBezTo>
                  <a:pt x="552700" y="276350"/>
                  <a:pt x="552700" y="552700"/>
                  <a:pt x="276350" y="552700"/>
                </a:cubicBezTo>
                <a:lnTo>
                  <a:pt x="276350" y="552700"/>
                </a:lnTo>
                <a:cubicBezTo>
                  <a:pt x="276350" y="552700"/>
                  <a:pt x="0" y="552700"/>
                  <a:pt x="0" y="276350"/>
                </a:cubicBezTo>
                <a:lnTo>
                  <a:pt x="0" y="276350"/>
                </a:lnTo>
                <a:cubicBezTo>
                  <a:pt x="0" y="276350"/>
                  <a:pt x="0" y="0"/>
                  <a:pt x="276350" y="0"/>
                </a:cubicBezTo>
              </a:path>
            </a:pathLst>
          </a:custGeom>
          <a:noFill/>
          <a:ln w="13815">
            <a:solidFill>
              <a:srgbClr val="44E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0101" y="1907381"/>
            <a:ext cx="552700" cy="552700"/>
          </a:xfrm>
          <a:custGeom>
            <a:avLst/>
            <a:gdLst/>
            <a:ahLst/>
            <a:cxnLst/>
            <a:rect l="0" t="0" r="0" b="0"/>
            <a:pathLst>
              <a:path w="552700" h="552700">
                <a:moveTo>
                  <a:pt x="276350" y="0"/>
                </a:moveTo>
                <a:lnTo>
                  <a:pt x="276350" y="0"/>
                </a:lnTo>
                <a:cubicBezTo>
                  <a:pt x="276350" y="0"/>
                  <a:pt x="552700" y="0"/>
                  <a:pt x="552700" y="276350"/>
                </a:cubicBezTo>
                <a:lnTo>
                  <a:pt x="552700" y="276350"/>
                </a:lnTo>
                <a:cubicBezTo>
                  <a:pt x="552700" y="276350"/>
                  <a:pt x="552700" y="552700"/>
                  <a:pt x="276350" y="552700"/>
                </a:cubicBezTo>
                <a:lnTo>
                  <a:pt x="276350" y="552700"/>
                </a:lnTo>
                <a:cubicBezTo>
                  <a:pt x="276350" y="552700"/>
                  <a:pt x="0" y="552700"/>
                  <a:pt x="0" y="276350"/>
                </a:cubicBezTo>
                <a:lnTo>
                  <a:pt x="0" y="276350"/>
                </a:lnTo>
                <a:cubicBezTo>
                  <a:pt x="0" y="276350"/>
                  <a:pt x="0" y="0"/>
                  <a:pt x="276350" y="0"/>
                </a:cubicBezTo>
              </a:path>
            </a:pathLst>
          </a:custGeom>
          <a:noFill/>
          <a:ln w="13815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3876518" y="2158014"/>
            <a:ext cx="2285046" cy="799528"/>
            <a:chOff x="3876518" y="2158014"/>
            <a:chExt cx="2285046" cy="799528"/>
          </a:xfrm>
        </p:grpSpPr>
        <p:sp>
          <p:nvSpPr>
            <p:cNvPr id="10" name="Rounded Rectangle 9"/>
            <p:cNvSpPr/>
            <p:nvPr/>
          </p:nvSpPr>
          <p:spPr>
            <a:xfrm>
              <a:off x="3876518" y="2191161"/>
              <a:ext cx="2281142" cy="766381"/>
            </a:xfrm>
            <a:custGeom>
              <a:avLst/>
              <a:gdLst/>
              <a:ahLst/>
              <a:cxnLst/>
              <a:rect l="0" t="0" r="0" b="0"/>
              <a:pathLst>
                <a:path w="2281142" h="766381">
                  <a:moveTo>
                    <a:pt x="0" y="766381"/>
                  </a:moveTo>
                  <a:lnTo>
                    <a:pt x="773811" y="655796"/>
                  </a:lnTo>
                  <a:lnTo>
                    <a:pt x="2281142" y="0"/>
                  </a:lnTo>
                </a:path>
              </a:pathLst>
            </a:custGeom>
            <a:noFill/>
            <a:ln w="13815">
              <a:solidFill>
                <a:srgbClr val="FFE60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081555" y="2158014"/>
              <a:ext cx="80009" cy="111442"/>
            </a:xfrm>
            <a:custGeom>
              <a:avLst/>
              <a:gdLst/>
              <a:ahLst/>
              <a:cxnLst/>
              <a:rect l="0" t="0" r="0" b="0"/>
              <a:pathLst>
                <a:path w="80009" h="111442">
                  <a:moveTo>
                    <a:pt x="48577" y="111442"/>
                  </a:moveTo>
                  <a:lnTo>
                    <a:pt x="80009" y="31432"/>
                  </a:lnTo>
                  <a:lnTo>
                    <a:pt x="0" y="0"/>
                  </a:lnTo>
                </a:path>
              </a:pathLst>
            </a:custGeom>
            <a:noFill/>
            <a:ln w="13815">
              <a:solidFill>
                <a:srgbClr val="FFE60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876518" y="2901315"/>
            <a:ext cx="2284094" cy="121919"/>
            <a:chOff x="3876518" y="2901315"/>
            <a:chExt cx="2284094" cy="121919"/>
          </a:xfrm>
        </p:grpSpPr>
        <p:sp>
          <p:nvSpPr>
            <p:cNvPr id="13" name="Rounded Rectangle 12"/>
            <p:cNvSpPr/>
            <p:nvPr/>
          </p:nvSpPr>
          <p:spPr>
            <a:xfrm>
              <a:off x="3876518" y="2957512"/>
              <a:ext cx="2279618" cy="9525"/>
            </a:xfrm>
            <a:custGeom>
              <a:avLst/>
              <a:gdLst/>
              <a:ahLst/>
              <a:cxnLst/>
              <a:rect l="0" t="0" r="0" b="0"/>
              <a:pathLst>
                <a:path w="2279618" h="9525">
                  <a:moveTo>
                    <a:pt x="2279618" y="4572"/>
                  </a:moveTo>
                  <a:lnTo>
                    <a:pt x="838295" y="0"/>
                  </a:lnTo>
                  <a:lnTo>
                    <a:pt x="0" y="0"/>
                  </a:lnTo>
                </a:path>
              </a:pathLst>
            </a:custGeom>
            <a:noFill/>
            <a:ln w="13815">
              <a:solidFill>
                <a:srgbClr val="F995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099653" y="2901315"/>
              <a:ext cx="60959" cy="121919"/>
            </a:xfrm>
            <a:custGeom>
              <a:avLst/>
              <a:gdLst/>
              <a:ahLst/>
              <a:cxnLst/>
              <a:rect l="0" t="0" r="0" b="0"/>
              <a:pathLst>
                <a:path w="60959" h="121919">
                  <a:moveTo>
                    <a:pt x="0" y="121919"/>
                  </a:moveTo>
                  <a:lnTo>
                    <a:pt x="60959" y="60959"/>
                  </a:lnTo>
                  <a:lnTo>
                    <a:pt x="0" y="0"/>
                  </a:lnTo>
                </a:path>
              </a:pathLst>
            </a:custGeom>
            <a:noFill/>
            <a:ln w="13815">
              <a:solidFill>
                <a:srgbClr val="F995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881124" y="2957512"/>
            <a:ext cx="2281237" cy="796290"/>
            <a:chOff x="3881124" y="2957512"/>
            <a:chExt cx="2281237" cy="796290"/>
          </a:xfrm>
        </p:grpSpPr>
        <p:sp>
          <p:nvSpPr>
            <p:cNvPr id="16" name="Rounded Rectangle 15"/>
            <p:cNvSpPr/>
            <p:nvPr/>
          </p:nvSpPr>
          <p:spPr>
            <a:xfrm>
              <a:off x="3881124" y="2957512"/>
              <a:ext cx="2276760" cy="765714"/>
            </a:xfrm>
            <a:custGeom>
              <a:avLst/>
              <a:gdLst/>
              <a:ahLst/>
              <a:cxnLst/>
              <a:rect l="0" t="0" r="0" b="0"/>
              <a:pathLst>
                <a:path w="2276760" h="765714">
                  <a:moveTo>
                    <a:pt x="2276760" y="765714"/>
                  </a:moveTo>
                  <a:lnTo>
                    <a:pt x="898112" y="110585"/>
                  </a:lnTo>
                  <a:lnTo>
                    <a:pt x="0" y="0"/>
                  </a:lnTo>
                </a:path>
              </a:pathLst>
            </a:custGeom>
            <a:noFill/>
            <a:ln w="13815">
              <a:solidFill>
                <a:srgbClr val="FD6A6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081399" y="3644265"/>
              <a:ext cx="80962" cy="109537"/>
            </a:xfrm>
            <a:custGeom>
              <a:avLst/>
              <a:gdLst/>
              <a:ahLst/>
              <a:cxnLst/>
              <a:rect l="0" t="0" r="0" b="0"/>
              <a:pathLst>
                <a:path w="80962" h="109537">
                  <a:moveTo>
                    <a:pt x="0" y="109537"/>
                  </a:moveTo>
                  <a:lnTo>
                    <a:pt x="80962" y="80962"/>
                  </a:lnTo>
                  <a:lnTo>
                    <a:pt x="51434" y="0"/>
                  </a:lnTo>
                </a:path>
              </a:pathLst>
            </a:custGeom>
            <a:noFill/>
            <a:ln w="13815">
              <a:solidFill>
                <a:srgbClr val="FD6A6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132103" y="371475"/>
            <a:ext cx="6879793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Roboto"/>
              </a:rPr>
              <a:t>Unveiling TradeVision AI's Capabilities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0642" y="2017921"/>
            <a:ext cx="321258" cy="321255"/>
          </a:xfrm>
          <a:custGeom>
            <a:avLst/>
            <a:gdLst/>
            <a:ahLst/>
            <a:cxnLst/>
            <a:rect l="0" t="0" r="0" b="0"/>
            <a:pathLst>
              <a:path w="321258" h="321255">
                <a:moveTo>
                  <a:pt x="169265" y="275656"/>
                </a:moveTo>
                <a:cubicBezTo>
                  <a:pt x="228026" y="275656"/>
                  <a:pt x="275659" y="228022"/>
                  <a:pt x="275659" y="169261"/>
                </a:cubicBezTo>
                <a:cubicBezTo>
                  <a:pt x="275659" y="110501"/>
                  <a:pt x="228026" y="62866"/>
                  <a:pt x="169265" y="62866"/>
                </a:cubicBezTo>
                <a:cubicBezTo>
                  <a:pt x="110505" y="62866"/>
                  <a:pt x="62870" y="110501"/>
                  <a:pt x="62870" y="169261"/>
                </a:cubicBezTo>
                <a:cubicBezTo>
                  <a:pt x="62870" y="228022"/>
                  <a:pt x="110505" y="275656"/>
                  <a:pt x="169265" y="275656"/>
                </a:cubicBezTo>
                <a:close/>
                <a:moveTo>
                  <a:pt x="0" y="0"/>
                </a:moveTo>
                <a:moveTo>
                  <a:pt x="321258" y="321255"/>
                </a:moveTo>
                <a:lnTo>
                  <a:pt x="245262" y="243877"/>
                </a:lnTo>
                <a:moveTo>
                  <a:pt x="131957" y="151290"/>
                </a:moveTo>
                <a:cubicBezTo>
                  <a:pt x="112879" y="151290"/>
                  <a:pt x="97414" y="135825"/>
                  <a:pt x="97414" y="116747"/>
                </a:cubicBezTo>
                <a:cubicBezTo>
                  <a:pt x="97414" y="97669"/>
                  <a:pt x="112879" y="82203"/>
                  <a:pt x="131957" y="82203"/>
                </a:cubicBezTo>
                <a:cubicBezTo>
                  <a:pt x="151036" y="82203"/>
                  <a:pt x="166501" y="97669"/>
                  <a:pt x="166501" y="116747"/>
                </a:cubicBezTo>
                <a:cubicBezTo>
                  <a:pt x="166501" y="135825"/>
                  <a:pt x="151036" y="151290"/>
                  <a:pt x="131957" y="151290"/>
                </a:cubicBezTo>
                <a:close/>
                <a:moveTo>
                  <a:pt x="35235" y="51815"/>
                </a:moveTo>
                <a:cubicBezTo>
                  <a:pt x="46682" y="51815"/>
                  <a:pt x="55961" y="42536"/>
                  <a:pt x="55961" y="31089"/>
                </a:cubicBezTo>
                <a:cubicBezTo>
                  <a:pt x="55961" y="19642"/>
                  <a:pt x="46682" y="10363"/>
                  <a:pt x="35235" y="10363"/>
                </a:cubicBezTo>
                <a:cubicBezTo>
                  <a:pt x="23788" y="10363"/>
                  <a:pt x="14509" y="19642"/>
                  <a:pt x="14509" y="31089"/>
                </a:cubicBezTo>
                <a:cubicBezTo>
                  <a:pt x="14509" y="42536"/>
                  <a:pt x="23788" y="51815"/>
                  <a:pt x="35235" y="51815"/>
                </a:cubicBezTo>
                <a:close/>
                <a:moveTo>
                  <a:pt x="31089" y="279804"/>
                </a:moveTo>
                <a:cubicBezTo>
                  <a:pt x="42536" y="279804"/>
                  <a:pt x="51815" y="270524"/>
                  <a:pt x="51815" y="259078"/>
                </a:cubicBezTo>
                <a:cubicBezTo>
                  <a:pt x="51815" y="247632"/>
                  <a:pt x="42536" y="238352"/>
                  <a:pt x="31089" y="238352"/>
                </a:cubicBezTo>
                <a:cubicBezTo>
                  <a:pt x="19642" y="238352"/>
                  <a:pt x="10363" y="247632"/>
                  <a:pt x="10363" y="259078"/>
                </a:cubicBezTo>
                <a:cubicBezTo>
                  <a:pt x="10363" y="270524"/>
                  <a:pt x="19642" y="279804"/>
                  <a:pt x="31089" y="279804"/>
                </a:cubicBezTo>
                <a:close/>
                <a:moveTo>
                  <a:pt x="131957" y="224534"/>
                </a:moveTo>
                <a:cubicBezTo>
                  <a:pt x="120511" y="224534"/>
                  <a:pt x="111231" y="215254"/>
                  <a:pt x="111231" y="203808"/>
                </a:cubicBezTo>
                <a:cubicBezTo>
                  <a:pt x="111231" y="192361"/>
                  <a:pt x="120511" y="183082"/>
                  <a:pt x="131957" y="183082"/>
                </a:cubicBezTo>
                <a:cubicBezTo>
                  <a:pt x="143405" y="183082"/>
                  <a:pt x="152683" y="192361"/>
                  <a:pt x="152683" y="203808"/>
                </a:cubicBezTo>
                <a:cubicBezTo>
                  <a:pt x="152683" y="215254"/>
                  <a:pt x="143405" y="224534"/>
                  <a:pt x="131957" y="224534"/>
                </a:cubicBezTo>
                <a:close/>
                <a:moveTo>
                  <a:pt x="214862" y="199652"/>
                </a:moveTo>
                <a:cubicBezTo>
                  <a:pt x="203415" y="199652"/>
                  <a:pt x="194136" y="190372"/>
                  <a:pt x="194136" y="178925"/>
                </a:cubicBezTo>
                <a:cubicBezTo>
                  <a:pt x="194136" y="167479"/>
                  <a:pt x="203415" y="158199"/>
                  <a:pt x="214862" y="158199"/>
                </a:cubicBezTo>
                <a:cubicBezTo>
                  <a:pt x="226310" y="158199"/>
                  <a:pt x="235588" y="167479"/>
                  <a:pt x="235588" y="178925"/>
                </a:cubicBezTo>
                <a:cubicBezTo>
                  <a:pt x="235588" y="190372"/>
                  <a:pt x="226310" y="199652"/>
                  <a:pt x="214862" y="199652"/>
                </a:cubicBezTo>
                <a:close/>
                <a:moveTo>
                  <a:pt x="0" y="0"/>
                </a:moveTo>
                <a:moveTo>
                  <a:pt x="195387" y="185956"/>
                </a:moveTo>
                <a:lnTo>
                  <a:pt x="152193" y="198104"/>
                </a:lnTo>
                <a:moveTo>
                  <a:pt x="131957" y="183082"/>
                </a:moveTo>
                <a:lnTo>
                  <a:pt x="131957" y="151290"/>
                </a:lnTo>
                <a:moveTo>
                  <a:pt x="0" y="0"/>
                </a:moveTo>
                <a:moveTo>
                  <a:pt x="50844" y="252656"/>
                </a:moveTo>
                <a:lnTo>
                  <a:pt x="85765" y="235194"/>
                </a:lnTo>
                <a:moveTo>
                  <a:pt x="0" y="0"/>
                </a:moveTo>
                <a:moveTo>
                  <a:pt x="50434" y="44906"/>
                </a:moveTo>
                <a:lnTo>
                  <a:pt x="73923" y="62869"/>
                </a:lnTo>
              </a:path>
            </a:pathLst>
          </a:custGeom>
          <a:noFill/>
          <a:ln w="13815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2392" y="2073194"/>
            <a:ext cx="1633661" cy="2210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1AC6FF"/>
                </a:solidFill>
                <a:latin typeface="Roboto"/>
              </a:rPr>
              <a:t>AI-Powered Insights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81022" y="2745643"/>
            <a:ext cx="423737" cy="423737"/>
          </a:xfrm>
          <a:custGeom>
            <a:avLst/>
            <a:gdLst/>
            <a:ahLst/>
            <a:cxnLst/>
            <a:rect l="0" t="0" r="0" b="0"/>
            <a:pathLst>
              <a:path w="423737" h="423737">
                <a:moveTo>
                  <a:pt x="0" y="211868"/>
                </a:moveTo>
                <a:cubicBezTo>
                  <a:pt x="0" y="328880"/>
                  <a:pt x="94856" y="423737"/>
                  <a:pt x="211868" y="423737"/>
                </a:cubicBezTo>
                <a:cubicBezTo>
                  <a:pt x="328880" y="423737"/>
                  <a:pt x="423737" y="328880"/>
                  <a:pt x="423737" y="211868"/>
                </a:cubicBezTo>
                <a:cubicBezTo>
                  <a:pt x="423737" y="94856"/>
                  <a:pt x="328880" y="0"/>
                  <a:pt x="211868" y="0"/>
                </a:cubicBezTo>
                <a:cubicBezTo>
                  <a:pt x="94856" y="0"/>
                  <a:pt x="0" y="94856"/>
                  <a:pt x="0" y="211868"/>
                </a:cubicBezTo>
                <a:close/>
                <a:moveTo>
                  <a:pt x="331620" y="313197"/>
                </a:moveTo>
                <a:lnTo>
                  <a:pt x="92116" y="313197"/>
                </a:lnTo>
                <a:lnTo>
                  <a:pt x="92116" y="128963"/>
                </a:lnTo>
                <a:moveTo>
                  <a:pt x="331546" y="156598"/>
                </a:moveTo>
                <a:lnTo>
                  <a:pt x="276276" y="164502"/>
                </a:lnTo>
                <a:cubicBezTo>
                  <a:pt x="270525" y="165326"/>
                  <a:pt x="265499" y="168815"/>
                  <a:pt x="262717" y="173916"/>
                </a:cubicBezTo>
                <a:lnTo>
                  <a:pt x="221006" y="250557"/>
                </a:lnTo>
                <a:cubicBezTo>
                  <a:pt x="219653" y="254745"/>
                  <a:pt x="215835" y="257648"/>
                  <a:pt x="211438" y="257833"/>
                </a:cubicBezTo>
                <a:cubicBezTo>
                  <a:pt x="207041" y="258017"/>
                  <a:pt x="202993" y="255446"/>
                  <a:pt x="201293" y="251386"/>
                </a:cubicBezTo>
                <a:lnTo>
                  <a:pt x="166068" y="198548"/>
                </a:lnTo>
                <a:cubicBezTo>
                  <a:pt x="160698" y="190480"/>
                  <a:pt x="149996" y="187951"/>
                  <a:pt x="141583" y="192763"/>
                </a:cubicBezTo>
                <a:lnTo>
                  <a:pt x="92043" y="221080"/>
                </a:lnTo>
              </a:path>
            </a:pathLst>
          </a:custGeom>
          <a:noFill/>
          <a:ln w="1381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1005" y="2802064"/>
            <a:ext cx="310797" cy="310894"/>
          </a:xfrm>
          <a:custGeom>
            <a:avLst/>
            <a:gdLst/>
            <a:ahLst/>
            <a:cxnLst/>
            <a:rect l="0" t="0" r="0" b="0"/>
            <a:pathLst>
              <a:path w="310797" h="310894">
                <a:moveTo>
                  <a:pt x="310797" y="310894"/>
                </a:moveTo>
                <a:lnTo>
                  <a:pt x="0" y="310894"/>
                </a:lnTo>
                <a:lnTo>
                  <a:pt x="0" y="0"/>
                </a:lnTo>
                <a:moveTo>
                  <a:pt x="205" y="87507"/>
                </a:moveTo>
                <a:cubicBezTo>
                  <a:pt x="1344" y="87038"/>
                  <a:pt x="2536" y="86654"/>
                  <a:pt x="3784" y="86359"/>
                </a:cubicBezTo>
                <a:cubicBezTo>
                  <a:pt x="47643" y="75995"/>
                  <a:pt x="73958" y="155447"/>
                  <a:pt x="109046" y="155447"/>
                </a:cubicBezTo>
                <a:cubicBezTo>
                  <a:pt x="144133" y="155447"/>
                  <a:pt x="187992" y="72541"/>
                  <a:pt x="223079" y="75995"/>
                </a:cubicBezTo>
                <a:cubicBezTo>
                  <a:pt x="258166" y="79450"/>
                  <a:pt x="270722" y="150237"/>
                  <a:pt x="310797" y="141629"/>
                </a:cubicBezTo>
                <a:moveTo>
                  <a:pt x="0" y="283259"/>
                </a:moveTo>
                <a:cubicBezTo>
                  <a:pt x="43179" y="275040"/>
                  <a:pt x="107085" y="203808"/>
                  <a:pt x="141629" y="214767"/>
                </a:cubicBezTo>
                <a:cubicBezTo>
                  <a:pt x="176173" y="225725"/>
                  <a:pt x="217625" y="280519"/>
                  <a:pt x="245260" y="275040"/>
                </a:cubicBezTo>
                <a:cubicBezTo>
                  <a:pt x="272895" y="269560"/>
                  <a:pt x="307439" y="203808"/>
                  <a:pt x="307439" y="203808"/>
                </a:cubicBezTo>
                <a:moveTo>
                  <a:pt x="215" y="175255"/>
                </a:moveTo>
                <a:cubicBezTo>
                  <a:pt x="81639" y="174741"/>
                  <a:pt x="45541" y="24180"/>
                  <a:pt x="109046" y="24180"/>
                </a:cubicBezTo>
                <a:cubicBezTo>
                  <a:pt x="152904" y="24180"/>
                  <a:pt x="161677" y="183082"/>
                  <a:pt x="214306" y="189990"/>
                </a:cubicBezTo>
                <a:cubicBezTo>
                  <a:pt x="266937" y="196899"/>
                  <a:pt x="302026" y="79450"/>
                  <a:pt x="310797" y="44906"/>
                </a:cubicBezTo>
              </a:path>
            </a:pathLst>
          </a:custGeom>
          <a:noFill/>
          <a:ln w="13815">
            <a:solidFill>
              <a:srgbClr val="44E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5744" y="2846974"/>
            <a:ext cx="1185862" cy="2210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Roboto"/>
              </a:rPr>
              <a:t>TradeVision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2392" y="2846974"/>
            <a:ext cx="1837848" cy="2210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44E095"/>
                </a:solidFill>
                <a:latin typeface="Roboto"/>
              </a:rPr>
              <a:t>Intuitive Visualizations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7412" y="3572874"/>
            <a:ext cx="318437" cy="317802"/>
          </a:xfrm>
          <a:custGeom>
            <a:avLst/>
            <a:gdLst/>
            <a:ahLst/>
            <a:cxnLst/>
            <a:rect l="0" t="0" r="0" b="0"/>
            <a:pathLst>
              <a:path w="318437" h="317802">
                <a:moveTo>
                  <a:pt x="234897" y="275770"/>
                </a:moveTo>
                <a:cubicBezTo>
                  <a:pt x="236805" y="275770"/>
                  <a:pt x="238352" y="277316"/>
                  <a:pt x="238352" y="279224"/>
                </a:cubicBezTo>
                <a:cubicBezTo>
                  <a:pt x="238352" y="281132"/>
                  <a:pt x="236805" y="282678"/>
                  <a:pt x="234897" y="282678"/>
                </a:cubicBezTo>
                <a:cubicBezTo>
                  <a:pt x="232989" y="282678"/>
                  <a:pt x="231443" y="281132"/>
                  <a:pt x="231443" y="279224"/>
                </a:cubicBezTo>
                <a:cubicBezTo>
                  <a:pt x="231443" y="277316"/>
                  <a:pt x="232989" y="275770"/>
                  <a:pt x="234897" y="275770"/>
                </a:cubicBezTo>
                <a:moveTo>
                  <a:pt x="234897" y="206682"/>
                </a:moveTo>
                <a:lnTo>
                  <a:pt x="234897" y="248134"/>
                </a:lnTo>
                <a:moveTo>
                  <a:pt x="246476" y="165326"/>
                </a:moveTo>
                <a:cubicBezTo>
                  <a:pt x="244200" y="161044"/>
                  <a:pt x="239747" y="158367"/>
                  <a:pt x="234897" y="158367"/>
                </a:cubicBezTo>
                <a:cubicBezTo>
                  <a:pt x="230048" y="158367"/>
                  <a:pt x="225594" y="161044"/>
                  <a:pt x="223318" y="165326"/>
                </a:cubicBezTo>
                <a:lnTo>
                  <a:pt x="153512" y="298403"/>
                </a:lnTo>
                <a:cubicBezTo>
                  <a:pt x="151411" y="302393"/>
                  <a:pt x="151579" y="307198"/>
                  <a:pt x="153954" y="311032"/>
                </a:cubicBezTo>
                <a:cubicBezTo>
                  <a:pt x="156338" y="314891"/>
                  <a:pt x="160555" y="317235"/>
                  <a:pt x="165091" y="317222"/>
                </a:cubicBezTo>
                <a:lnTo>
                  <a:pt x="304759" y="317222"/>
                </a:lnTo>
                <a:cubicBezTo>
                  <a:pt x="309299" y="317238"/>
                  <a:pt x="313522" y="314894"/>
                  <a:pt x="315909" y="311032"/>
                </a:cubicBezTo>
                <a:cubicBezTo>
                  <a:pt x="318274" y="307194"/>
                  <a:pt x="318437" y="302392"/>
                  <a:pt x="316338" y="298403"/>
                </a:cubicBezTo>
                <a:close/>
                <a:moveTo>
                  <a:pt x="110540" y="317802"/>
                </a:moveTo>
                <a:lnTo>
                  <a:pt x="13817" y="317802"/>
                </a:lnTo>
                <a:cubicBezTo>
                  <a:pt x="6186" y="317802"/>
                  <a:pt x="0" y="311616"/>
                  <a:pt x="0" y="303985"/>
                </a:cubicBezTo>
                <a:lnTo>
                  <a:pt x="0" y="13817"/>
                </a:lnTo>
                <a:cubicBezTo>
                  <a:pt x="0" y="6186"/>
                  <a:pt x="6186" y="0"/>
                  <a:pt x="13817" y="0"/>
                </a:cubicBezTo>
                <a:lnTo>
                  <a:pt x="197493" y="0"/>
                </a:lnTo>
                <a:cubicBezTo>
                  <a:pt x="201158" y="0"/>
                  <a:pt x="204672" y="1457"/>
                  <a:pt x="207262" y="4048"/>
                </a:cubicBezTo>
                <a:lnTo>
                  <a:pt x="258525" y="55270"/>
                </a:lnTo>
                <a:cubicBezTo>
                  <a:pt x="261117" y="57860"/>
                  <a:pt x="262573" y="61374"/>
                  <a:pt x="262574" y="65039"/>
                </a:cubicBezTo>
                <a:lnTo>
                  <a:pt x="262574" y="124357"/>
                </a:lnTo>
                <a:moveTo>
                  <a:pt x="41452" y="207262"/>
                </a:moveTo>
                <a:lnTo>
                  <a:pt x="165810" y="207262"/>
                </a:lnTo>
                <a:moveTo>
                  <a:pt x="62178" y="138175"/>
                </a:moveTo>
                <a:cubicBezTo>
                  <a:pt x="58363" y="138175"/>
                  <a:pt x="55270" y="141268"/>
                  <a:pt x="55270" y="145083"/>
                </a:cubicBezTo>
                <a:lnTo>
                  <a:pt x="55270" y="207262"/>
                </a:lnTo>
                <a:lnTo>
                  <a:pt x="55270" y="207262"/>
                </a:lnTo>
                <a:lnTo>
                  <a:pt x="82905" y="207262"/>
                </a:lnTo>
                <a:lnTo>
                  <a:pt x="82905" y="207262"/>
                </a:lnTo>
                <a:lnTo>
                  <a:pt x="82905" y="145083"/>
                </a:lnTo>
                <a:cubicBezTo>
                  <a:pt x="82905" y="141268"/>
                  <a:pt x="79811" y="138175"/>
                  <a:pt x="75996" y="138175"/>
                </a:cubicBezTo>
                <a:close/>
                <a:moveTo>
                  <a:pt x="110540" y="207262"/>
                </a:moveTo>
                <a:lnTo>
                  <a:pt x="110540" y="103631"/>
                </a:lnTo>
                <a:cubicBezTo>
                  <a:pt x="110540" y="99815"/>
                  <a:pt x="113633" y="96722"/>
                  <a:pt x="117448" y="96722"/>
                </a:cubicBezTo>
                <a:lnTo>
                  <a:pt x="131266" y="96722"/>
                </a:lnTo>
                <a:cubicBezTo>
                  <a:pt x="135082" y="96722"/>
                  <a:pt x="138175" y="99815"/>
                  <a:pt x="138175" y="103631"/>
                </a:cubicBezTo>
                <a:lnTo>
                  <a:pt x="138175" y="207262"/>
                </a:lnTo>
                <a:moveTo>
                  <a:pt x="165810" y="207262"/>
                </a:moveTo>
                <a:lnTo>
                  <a:pt x="165810" y="131266"/>
                </a:lnTo>
                <a:cubicBezTo>
                  <a:pt x="165810" y="127450"/>
                  <a:pt x="168903" y="124357"/>
                  <a:pt x="172718" y="124357"/>
                </a:cubicBezTo>
                <a:lnTo>
                  <a:pt x="186536" y="124357"/>
                </a:lnTo>
                <a:cubicBezTo>
                  <a:pt x="190352" y="124357"/>
                  <a:pt x="193445" y="127450"/>
                  <a:pt x="193445" y="131266"/>
                </a:cubicBezTo>
                <a:lnTo>
                  <a:pt x="193445" y="151992"/>
                </a:lnTo>
              </a:path>
            </a:pathLst>
          </a:custGeom>
          <a:noFill/>
          <a:ln w="13815">
            <a:solidFill>
              <a:srgbClr val="A8DD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392" y="3620755"/>
            <a:ext cx="1733073" cy="2210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A8DD38"/>
                </a:solidFill>
                <a:latin typeface="Roboto"/>
              </a:rPr>
              <a:t>Responsible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" name="Group 11"/>
          <p:cNvGrpSpPr/>
          <p:nvPr/>
        </p:nvGrpSpPr>
        <p:grpSpPr>
          <a:xfrm>
            <a:off x="1322578" y="1220227"/>
            <a:ext cx="6498843" cy="2548061"/>
            <a:chOff x="1322578" y="1220227"/>
            <a:chExt cx="6498843" cy="2548061"/>
          </a:xfrm>
        </p:grpSpPr>
        <p:sp>
          <p:nvSpPr>
            <p:cNvPr id="2" name="Rounded Rectangle 1"/>
            <p:cNvSpPr/>
            <p:nvPr/>
          </p:nvSpPr>
          <p:spPr>
            <a:xfrm>
              <a:off x="1573523" y="2713903"/>
              <a:ext cx="617711" cy="977171"/>
            </a:xfrm>
            <a:custGeom>
              <a:avLst/>
              <a:gdLst/>
              <a:ahLst/>
              <a:cxnLst/>
              <a:rect l="0" t="0" r="0" b="0"/>
              <a:pathLst>
                <a:path w="617711" h="977171">
                  <a:moveTo>
                    <a:pt x="303039" y="5711"/>
                  </a:moveTo>
                  <a:lnTo>
                    <a:pt x="231641" y="205029"/>
                  </a:lnTo>
                  <a:cubicBezTo>
                    <a:pt x="214486" y="253278"/>
                    <a:pt x="205907" y="349770"/>
                    <a:pt x="308796" y="349807"/>
                  </a:cubicBezTo>
                  <a:cubicBezTo>
                    <a:pt x="270243" y="349761"/>
                    <a:pt x="264887" y="304755"/>
                    <a:pt x="267031" y="282246"/>
                  </a:cubicBezTo>
                  <a:cubicBezTo>
                    <a:pt x="272179" y="233343"/>
                    <a:pt x="299204" y="147120"/>
                    <a:pt x="308855" y="147120"/>
                  </a:cubicBezTo>
                  <a:cubicBezTo>
                    <a:pt x="318507" y="147120"/>
                    <a:pt x="350680" y="233987"/>
                    <a:pt x="353897" y="282246"/>
                  </a:cubicBezTo>
                  <a:cubicBezTo>
                    <a:pt x="354969" y="304754"/>
                    <a:pt x="347470" y="349761"/>
                    <a:pt x="308915" y="349807"/>
                  </a:cubicBezTo>
                  <a:cubicBezTo>
                    <a:pt x="431098" y="349760"/>
                    <a:pt x="392504" y="205029"/>
                    <a:pt x="392504" y="205029"/>
                  </a:cubicBezTo>
                  <a:lnTo>
                    <a:pt x="315095" y="5553"/>
                  </a:lnTo>
                  <a:cubicBezTo>
                    <a:pt x="312941" y="0"/>
                    <a:pt x="305047" y="103"/>
                    <a:pt x="303039" y="5711"/>
                  </a:cubicBezTo>
                  <a:close/>
                  <a:moveTo>
                    <a:pt x="0" y="977171"/>
                  </a:moveTo>
                  <a:lnTo>
                    <a:pt x="0" y="745529"/>
                  </a:lnTo>
                  <a:lnTo>
                    <a:pt x="231641" y="591101"/>
                  </a:lnTo>
                  <a:lnTo>
                    <a:pt x="231641" y="513887"/>
                  </a:lnTo>
                  <a:lnTo>
                    <a:pt x="186600" y="513887"/>
                  </a:lnTo>
                  <a:cubicBezTo>
                    <a:pt x="168832" y="513887"/>
                    <a:pt x="154427" y="499483"/>
                    <a:pt x="154427" y="481714"/>
                  </a:cubicBezTo>
                  <a:lnTo>
                    <a:pt x="154427" y="468845"/>
                  </a:lnTo>
                  <a:cubicBezTo>
                    <a:pt x="154427" y="451077"/>
                    <a:pt x="168832" y="436673"/>
                    <a:pt x="186600" y="436673"/>
                  </a:cubicBezTo>
                  <a:lnTo>
                    <a:pt x="308855" y="436673"/>
                  </a:lnTo>
                  <a:lnTo>
                    <a:pt x="431111" y="436673"/>
                  </a:lnTo>
                  <a:cubicBezTo>
                    <a:pt x="448879" y="436673"/>
                    <a:pt x="463283" y="451077"/>
                    <a:pt x="463283" y="468845"/>
                  </a:cubicBezTo>
                  <a:lnTo>
                    <a:pt x="463283" y="481714"/>
                  </a:lnTo>
                  <a:cubicBezTo>
                    <a:pt x="463283" y="499483"/>
                    <a:pt x="448879" y="513887"/>
                    <a:pt x="431111" y="513887"/>
                  </a:cubicBezTo>
                  <a:lnTo>
                    <a:pt x="386069" y="513887"/>
                  </a:lnTo>
                  <a:lnTo>
                    <a:pt x="386069" y="591101"/>
                  </a:lnTo>
                  <a:lnTo>
                    <a:pt x="617711" y="745529"/>
                  </a:lnTo>
                  <a:lnTo>
                    <a:pt x="617711" y="977171"/>
                  </a:lnTo>
                  <a:close/>
                  <a:moveTo>
                    <a:pt x="386069" y="694053"/>
                  </a:moveTo>
                  <a:lnTo>
                    <a:pt x="540497" y="790571"/>
                  </a:lnTo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939895" y="3073363"/>
              <a:ext cx="669187" cy="617711"/>
            </a:xfrm>
            <a:custGeom>
              <a:avLst/>
              <a:gdLst/>
              <a:ahLst/>
              <a:cxnLst/>
              <a:rect l="0" t="0" r="0" b="0"/>
              <a:pathLst>
                <a:path w="669187" h="617711">
                  <a:moveTo>
                    <a:pt x="77213" y="77213"/>
                  </a:moveTo>
                  <a:lnTo>
                    <a:pt x="77213" y="617711"/>
                  </a:lnTo>
                  <a:lnTo>
                    <a:pt x="591973" y="617711"/>
                  </a:lnTo>
                  <a:lnTo>
                    <a:pt x="591973" y="77213"/>
                  </a:lnTo>
                  <a:lnTo>
                    <a:pt x="630580" y="77213"/>
                  </a:lnTo>
                  <a:cubicBezTo>
                    <a:pt x="651902" y="77213"/>
                    <a:pt x="669187" y="59928"/>
                    <a:pt x="669187" y="38606"/>
                  </a:cubicBezTo>
                  <a:cubicBezTo>
                    <a:pt x="669187" y="17284"/>
                    <a:pt x="651902" y="0"/>
                    <a:pt x="630580" y="0"/>
                  </a:cubicBezTo>
                  <a:lnTo>
                    <a:pt x="38606" y="0"/>
                  </a:lnTo>
                  <a:cubicBezTo>
                    <a:pt x="17284" y="0"/>
                    <a:pt x="0" y="17284"/>
                    <a:pt x="0" y="38606"/>
                  </a:cubicBezTo>
                  <a:cubicBezTo>
                    <a:pt x="0" y="59928"/>
                    <a:pt x="17284" y="77213"/>
                    <a:pt x="38606" y="77213"/>
                  </a:cubicBezTo>
                  <a:close/>
                  <a:moveTo>
                    <a:pt x="405373" y="109386"/>
                  </a:moveTo>
                  <a:lnTo>
                    <a:pt x="254162" y="109386"/>
                  </a:lnTo>
                  <a:moveTo>
                    <a:pt x="405373" y="263814"/>
                  </a:moveTo>
                  <a:lnTo>
                    <a:pt x="254162" y="263814"/>
                  </a:lnTo>
                  <a:moveTo>
                    <a:pt x="366766" y="186600"/>
                  </a:moveTo>
                  <a:lnTo>
                    <a:pt x="292769" y="186600"/>
                  </a:lnTo>
                  <a:moveTo>
                    <a:pt x="540497" y="77213"/>
                  </a:moveTo>
                  <a:lnTo>
                    <a:pt x="540497" y="341028"/>
                  </a:lnTo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557437" y="1644904"/>
              <a:ext cx="788226" cy="694925"/>
            </a:xfrm>
            <a:custGeom>
              <a:avLst/>
              <a:gdLst/>
              <a:ahLst/>
              <a:cxnLst/>
              <a:rect l="0" t="0" r="0" b="0"/>
              <a:pathLst>
                <a:path w="788226" h="694925">
                  <a:moveTo>
                    <a:pt x="170514" y="694925"/>
                  </a:moveTo>
                  <a:cubicBezTo>
                    <a:pt x="113676" y="662753"/>
                    <a:pt x="0" y="555940"/>
                    <a:pt x="0" y="386069"/>
                  </a:cubicBezTo>
                  <a:cubicBezTo>
                    <a:pt x="0" y="216199"/>
                    <a:pt x="113676" y="143703"/>
                    <a:pt x="170514" y="128689"/>
                  </a:cubicBezTo>
                  <a:lnTo>
                    <a:pt x="170514" y="77213"/>
                  </a:lnTo>
                  <a:lnTo>
                    <a:pt x="131907" y="77213"/>
                  </a:lnTo>
                  <a:cubicBezTo>
                    <a:pt x="110585" y="77213"/>
                    <a:pt x="93300" y="59928"/>
                    <a:pt x="93300" y="38606"/>
                  </a:cubicBezTo>
                  <a:cubicBezTo>
                    <a:pt x="93300" y="17284"/>
                    <a:pt x="110585" y="0"/>
                    <a:pt x="131907" y="0"/>
                  </a:cubicBezTo>
                  <a:lnTo>
                    <a:pt x="517977" y="0"/>
                  </a:lnTo>
                  <a:cubicBezTo>
                    <a:pt x="539299" y="0"/>
                    <a:pt x="556584" y="17284"/>
                    <a:pt x="556584" y="38606"/>
                  </a:cubicBezTo>
                  <a:cubicBezTo>
                    <a:pt x="556584" y="59928"/>
                    <a:pt x="539299" y="77213"/>
                    <a:pt x="517977" y="77213"/>
                  </a:cubicBezTo>
                  <a:lnTo>
                    <a:pt x="479370" y="77213"/>
                  </a:lnTo>
                  <a:lnTo>
                    <a:pt x="479370" y="128689"/>
                  </a:lnTo>
                  <a:cubicBezTo>
                    <a:pt x="509701" y="136702"/>
                    <a:pt x="556220" y="161084"/>
                    <a:pt x="593011" y="207899"/>
                  </a:cubicBezTo>
                  <a:lnTo>
                    <a:pt x="614483" y="179749"/>
                  </a:lnTo>
                  <a:cubicBezTo>
                    <a:pt x="626655" y="163792"/>
                    <a:pt x="645575" y="154427"/>
                    <a:pt x="665644" y="154427"/>
                  </a:cubicBezTo>
                  <a:lnTo>
                    <a:pt x="788226" y="154427"/>
                  </a:lnTo>
                  <a:lnTo>
                    <a:pt x="788226" y="231641"/>
                  </a:lnTo>
                  <a:lnTo>
                    <a:pt x="707419" y="231641"/>
                  </a:lnTo>
                  <a:cubicBezTo>
                    <a:pt x="687378" y="231641"/>
                    <a:pt x="668481" y="240980"/>
                    <a:pt x="656306" y="256900"/>
                  </a:cubicBezTo>
                  <a:lnTo>
                    <a:pt x="634467" y="285458"/>
                  </a:lnTo>
                  <a:cubicBezTo>
                    <a:pt x="644091" y="314340"/>
                    <a:pt x="649884" y="347724"/>
                    <a:pt x="649884" y="386069"/>
                  </a:cubicBezTo>
                  <a:cubicBezTo>
                    <a:pt x="649884" y="555940"/>
                    <a:pt x="536207" y="662753"/>
                    <a:pt x="479370" y="694925"/>
                  </a:cubicBezTo>
                  <a:lnTo>
                    <a:pt x="170514" y="694925"/>
                  </a:lnTo>
                  <a:close/>
                  <a:moveTo>
                    <a:pt x="572862" y="296602"/>
                  </a:moveTo>
                  <a:cubicBezTo>
                    <a:pt x="593258" y="350199"/>
                    <a:pt x="595349" y="408863"/>
                    <a:pt x="579104" y="463521"/>
                  </a:cubicBezTo>
                  <a:cubicBezTo>
                    <a:pt x="577845" y="467757"/>
                    <a:pt x="576476" y="471969"/>
                    <a:pt x="574997" y="476152"/>
                  </a:cubicBezTo>
                  <a:moveTo>
                    <a:pt x="176948" y="411807"/>
                  </a:moveTo>
                  <a:cubicBezTo>
                    <a:pt x="176948" y="411807"/>
                    <a:pt x="176948" y="366766"/>
                    <a:pt x="221990" y="366766"/>
                  </a:cubicBezTo>
                  <a:cubicBezTo>
                    <a:pt x="270248" y="366766"/>
                    <a:pt x="270248" y="411807"/>
                    <a:pt x="270248" y="411807"/>
                  </a:cubicBezTo>
                  <a:moveTo>
                    <a:pt x="292769" y="366766"/>
                  </a:moveTo>
                  <a:cubicBezTo>
                    <a:pt x="292769" y="366766"/>
                    <a:pt x="292769" y="321724"/>
                    <a:pt x="337811" y="321724"/>
                  </a:cubicBezTo>
                  <a:cubicBezTo>
                    <a:pt x="386069" y="321724"/>
                    <a:pt x="386069" y="366766"/>
                    <a:pt x="386069" y="366766"/>
                  </a:cubicBezTo>
                  <a:moveTo>
                    <a:pt x="247728" y="283117"/>
                  </a:moveTo>
                  <a:cubicBezTo>
                    <a:pt x="247728" y="283117"/>
                    <a:pt x="247728" y="238076"/>
                    <a:pt x="292769" y="238076"/>
                  </a:cubicBezTo>
                  <a:cubicBezTo>
                    <a:pt x="341028" y="238076"/>
                    <a:pt x="341028" y="283117"/>
                    <a:pt x="341028" y="283117"/>
                  </a:cubicBezTo>
                  <a:moveTo>
                    <a:pt x="125472" y="328159"/>
                  </a:moveTo>
                  <a:cubicBezTo>
                    <a:pt x="125472" y="328159"/>
                    <a:pt x="125472" y="283117"/>
                    <a:pt x="170514" y="283117"/>
                  </a:cubicBezTo>
                  <a:cubicBezTo>
                    <a:pt x="218772" y="283117"/>
                    <a:pt x="218772" y="328159"/>
                    <a:pt x="218772" y="328159"/>
                  </a:cubicBezTo>
                  <a:moveTo>
                    <a:pt x="402156" y="295986"/>
                  </a:moveTo>
                  <a:cubicBezTo>
                    <a:pt x="402156" y="295986"/>
                    <a:pt x="402156" y="250945"/>
                    <a:pt x="447197" y="250945"/>
                  </a:cubicBezTo>
                  <a:cubicBezTo>
                    <a:pt x="495456" y="250945"/>
                    <a:pt x="495456" y="295986"/>
                    <a:pt x="495456" y="295986"/>
                  </a:cubicBezTo>
                  <a:moveTo>
                    <a:pt x="402156" y="411807"/>
                  </a:moveTo>
                  <a:cubicBezTo>
                    <a:pt x="402156" y="411807"/>
                    <a:pt x="402156" y="366766"/>
                    <a:pt x="447197" y="366766"/>
                  </a:cubicBezTo>
                  <a:cubicBezTo>
                    <a:pt x="495456" y="366766"/>
                    <a:pt x="495456" y="411807"/>
                    <a:pt x="495456" y="411807"/>
                  </a:cubicBezTo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80855" y="2069581"/>
              <a:ext cx="463283" cy="1621493"/>
            </a:xfrm>
            <a:custGeom>
              <a:avLst/>
              <a:gdLst/>
              <a:ahLst/>
              <a:cxnLst/>
              <a:rect l="0" t="0" r="0" b="0"/>
              <a:pathLst>
                <a:path w="463283" h="1621493">
                  <a:moveTo>
                    <a:pt x="0" y="1621493"/>
                  </a:moveTo>
                  <a:lnTo>
                    <a:pt x="0" y="1582886"/>
                  </a:lnTo>
                  <a:cubicBezTo>
                    <a:pt x="0" y="1561564"/>
                    <a:pt x="17284" y="1544279"/>
                    <a:pt x="38606" y="1544279"/>
                  </a:cubicBezTo>
                  <a:lnTo>
                    <a:pt x="38606" y="505108"/>
                  </a:lnTo>
                  <a:lnTo>
                    <a:pt x="77213" y="386069"/>
                  </a:lnTo>
                  <a:lnTo>
                    <a:pt x="77213" y="77213"/>
                  </a:lnTo>
                  <a:lnTo>
                    <a:pt x="38606" y="77213"/>
                  </a:lnTo>
                  <a:cubicBezTo>
                    <a:pt x="17284" y="77213"/>
                    <a:pt x="0" y="59929"/>
                    <a:pt x="0" y="38606"/>
                  </a:cubicBezTo>
                  <a:cubicBezTo>
                    <a:pt x="0" y="17284"/>
                    <a:pt x="17284" y="0"/>
                    <a:pt x="38606" y="0"/>
                  </a:cubicBezTo>
                  <a:lnTo>
                    <a:pt x="424676" y="0"/>
                  </a:lnTo>
                  <a:cubicBezTo>
                    <a:pt x="445998" y="0"/>
                    <a:pt x="463283" y="17284"/>
                    <a:pt x="463283" y="38606"/>
                  </a:cubicBezTo>
                  <a:cubicBezTo>
                    <a:pt x="463283" y="59929"/>
                    <a:pt x="445998" y="77213"/>
                    <a:pt x="424676" y="77213"/>
                  </a:cubicBezTo>
                  <a:lnTo>
                    <a:pt x="386069" y="77213"/>
                  </a:lnTo>
                  <a:lnTo>
                    <a:pt x="386069" y="386069"/>
                  </a:lnTo>
                  <a:lnTo>
                    <a:pt x="424676" y="505108"/>
                  </a:lnTo>
                  <a:lnTo>
                    <a:pt x="424676" y="1544279"/>
                  </a:lnTo>
                  <a:cubicBezTo>
                    <a:pt x="445998" y="1544279"/>
                    <a:pt x="463283" y="1561564"/>
                    <a:pt x="463283" y="1582886"/>
                  </a:cubicBezTo>
                  <a:lnTo>
                    <a:pt x="463283" y="1621493"/>
                  </a:lnTo>
                  <a:lnTo>
                    <a:pt x="0" y="1621493"/>
                  </a:lnTo>
                  <a:close/>
                  <a:moveTo>
                    <a:pt x="38606" y="1544279"/>
                  </a:moveTo>
                  <a:lnTo>
                    <a:pt x="424676" y="1544279"/>
                  </a:lnTo>
                  <a:lnTo>
                    <a:pt x="38606" y="1544279"/>
                  </a:lnTo>
                  <a:close/>
                  <a:moveTo>
                    <a:pt x="373201" y="514759"/>
                  </a:moveTo>
                  <a:lnTo>
                    <a:pt x="373201" y="1042388"/>
                  </a:lnTo>
                  <a:moveTo>
                    <a:pt x="186600" y="1042388"/>
                  </a:moveTo>
                  <a:lnTo>
                    <a:pt x="186600" y="77214"/>
                  </a:lnTo>
                  <a:moveTo>
                    <a:pt x="267031" y="77214"/>
                  </a:moveTo>
                  <a:lnTo>
                    <a:pt x="267031" y="1042388"/>
                  </a:lnTo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833161" y="2359134"/>
              <a:ext cx="1222555" cy="978043"/>
            </a:xfrm>
            <a:custGeom>
              <a:avLst/>
              <a:gdLst/>
              <a:ahLst/>
              <a:cxnLst/>
              <a:rect l="0" t="0" r="0" b="0"/>
              <a:pathLst>
                <a:path w="1222555" h="978043">
                  <a:moveTo>
                    <a:pt x="286335" y="96517"/>
                  </a:moveTo>
                  <a:lnTo>
                    <a:pt x="286335" y="0"/>
                  </a:lnTo>
                  <a:lnTo>
                    <a:pt x="450414" y="0"/>
                  </a:lnTo>
                  <a:lnTo>
                    <a:pt x="450414" y="96517"/>
                  </a:lnTo>
                  <a:lnTo>
                    <a:pt x="482587" y="96517"/>
                  </a:lnTo>
                  <a:cubicBezTo>
                    <a:pt x="503909" y="96517"/>
                    <a:pt x="521194" y="113802"/>
                    <a:pt x="521194" y="135124"/>
                  </a:cubicBezTo>
                  <a:cubicBezTo>
                    <a:pt x="521194" y="156446"/>
                    <a:pt x="503909" y="173731"/>
                    <a:pt x="482587" y="173731"/>
                  </a:cubicBezTo>
                  <a:lnTo>
                    <a:pt x="447197" y="173731"/>
                  </a:lnTo>
                  <a:lnTo>
                    <a:pt x="447197" y="260597"/>
                  </a:lnTo>
                  <a:cubicBezTo>
                    <a:pt x="573742" y="255235"/>
                    <a:pt x="905977" y="306282"/>
                    <a:pt x="1222555" y="553366"/>
                  </a:cubicBezTo>
                  <a:lnTo>
                    <a:pt x="1177513" y="624148"/>
                  </a:lnTo>
                  <a:cubicBezTo>
                    <a:pt x="1113243" y="577016"/>
                    <a:pt x="926194" y="479553"/>
                    <a:pt x="694926" y="466503"/>
                  </a:cubicBezTo>
                  <a:cubicBezTo>
                    <a:pt x="715085" y="511698"/>
                    <a:pt x="727098" y="561810"/>
                    <a:pt x="727098" y="614494"/>
                  </a:cubicBezTo>
                  <a:cubicBezTo>
                    <a:pt x="727098" y="815277"/>
                    <a:pt x="564331" y="978043"/>
                    <a:pt x="363549" y="978043"/>
                  </a:cubicBezTo>
                  <a:cubicBezTo>
                    <a:pt x="162766" y="978043"/>
                    <a:pt x="0" y="815277"/>
                    <a:pt x="0" y="614494"/>
                  </a:cubicBezTo>
                  <a:cubicBezTo>
                    <a:pt x="0" y="440207"/>
                    <a:pt x="122642" y="294565"/>
                    <a:pt x="286335" y="259161"/>
                  </a:cubicBezTo>
                  <a:lnTo>
                    <a:pt x="286335" y="173731"/>
                  </a:lnTo>
                  <a:lnTo>
                    <a:pt x="250945" y="173731"/>
                  </a:lnTo>
                  <a:cubicBezTo>
                    <a:pt x="229623" y="173731"/>
                    <a:pt x="212338" y="156446"/>
                    <a:pt x="212338" y="135124"/>
                  </a:cubicBezTo>
                  <a:cubicBezTo>
                    <a:pt x="212338" y="113802"/>
                    <a:pt x="229623" y="96517"/>
                    <a:pt x="250945" y="96517"/>
                  </a:cubicBezTo>
                  <a:lnTo>
                    <a:pt x="286335" y="96517"/>
                  </a:lnTo>
                  <a:close/>
                  <a:moveTo>
                    <a:pt x="286335" y="96517"/>
                  </a:moveTo>
                  <a:lnTo>
                    <a:pt x="450414" y="96517"/>
                  </a:lnTo>
                  <a:lnTo>
                    <a:pt x="286335" y="96517"/>
                  </a:lnTo>
                  <a:close/>
                  <a:moveTo>
                    <a:pt x="225207" y="553366"/>
                  </a:moveTo>
                  <a:cubicBezTo>
                    <a:pt x="225207" y="553366"/>
                    <a:pt x="225207" y="508325"/>
                    <a:pt x="270248" y="508325"/>
                  </a:cubicBezTo>
                  <a:cubicBezTo>
                    <a:pt x="318507" y="508325"/>
                    <a:pt x="318507" y="553366"/>
                    <a:pt x="318507" y="553366"/>
                  </a:cubicBezTo>
                  <a:moveTo>
                    <a:pt x="341028" y="508325"/>
                  </a:moveTo>
                  <a:cubicBezTo>
                    <a:pt x="341028" y="508325"/>
                    <a:pt x="341028" y="463283"/>
                    <a:pt x="386070" y="463283"/>
                  </a:cubicBezTo>
                  <a:cubicBezTo>
                    <a:pt x="434328" y="463283"/>
                    <a:pt x="434328" y="508325"/>
                    <a:pt x="434328" y="508325"/>
                  </a:cubicBezTo>
                  <a:moveTo>
                    <a:pt x="295986" y="424676"/>
                  </a:moveTo>
                  <a:cubicBezTo>
                    <a:pt x="295986" y="424676"/>
                    <a:pt x="295986" y="379635"/>
                    <a:pt x="341028" y="379635"/>
                  </a:cubicBezTo>
                  <a:cubicBezTo>
                    <a:pt x="389287" y="379635"/>
                    <a:pt x="389287" y="424676"/>
                    <a:pt x="389287" y="424676"/>
                  </a:cubicBezTo>
                  <a:moveTo>
                    <a:pt x="173731" y="469718"/>
                  </a:moveTo>
                  <a:cubicBezTo>
                    <a:pt x="173731" y="469718"/>
                    <a:pt x="173731" y="424676"/>
                    <a:pt x="218772" y="424676"/>
                  </a:cubicBezTo>
                  <a:cubicBezTo>
                    <a:pt x="267031" y="424676"/>
                    <a:pt x="267031" y="469718"/>
                    <a:pt x="267031" y="469718"/>
                  </a:cubicBezTo>
                  <a:moveTo>
                    <a:pt x="450414" y="437545"/>
                  </a:moveTo>
                  <a:cubicBezTo>
                    <a:pt x="450414" y="437545"/>
                    <a:pt x="450414" y="392504"/>
                    <a:pt x="495456" y="392504"/>
                  </a:cubicBezTo>
                  <a:cubicBezTo>
                    <a:pt x="543715" y="392504"/>
                    <a:pt x="543715" y="437545"/>
                    <a:pt x="543715" y="437545"/>
                  </a:cubicBezTo>
                  <a:moveTo>
                    <a:pt x="450414" y="553366"/>
                  </a:moveTo>
                  <a:cubicBezTo>
                    <a:pt x="450414" y="553366"/>
                    <a:pt x="450414" y="508325"/>
                    <a:pt x="495456" y="508325"/>
                  </a:cubicBezTo>
                  <a:cubicBezTo>
                    <a:pt x="543715" y="508325"/>
                    <a:pt x="543715" y="553366"/>
                    <a:pt x="543715" y="553366"/>
                  </a:cubicBezTo>
                  <a:moveTo>
                    <a:pt x="626878" y="447021"/>
                  </a:moveTo>
                  <a:cubicBezTo>
                    <a:pt x="658562" y="496841"/>
                    <a:pt x="675622" y="555460"/>
                    <a:pt x="675622" y="614494"/>
                  </a:cubicBezTo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353226" y="1297441"/>
              <a:ext cx="984478" cy="772141"/>
            </a:xfrm>
            <a:custGeom>
              <a:avLst/>
              <a:gdLst/>
              <a:ahLst/>
              <a:cxnLst/>
              <a:rect l="0" t="0" r="0" b="0"/>
              <a:pathLst>
                <a:path w="984478" h="772141">
                  <a:moveTo>
                    <a:pt x="231641" y="77213"/>
                  </a:moveTo>
                  <a:lnTo>
                    <a:pt x="0" y="77213"/>
                  </a:lnTo>
                  <a:lnTo>
                    <a:pt x="0" y="0"/>
                  </a:lnTo>
                  <a:lnTo>
                    <a:pt x="244510" y="0"/>
                  </a:lnTo>
                  <a:cubicBezTo>
                    <a:pt x="280047" y="0"/>
                    <a:pt x="308855" y="28808"/>
                    <a:pt x="308855" y="64344"/>
                  </a:cubicBezTo>
                  <a:lnTo>
                    <a:pt x="308855" y="127058"/>
                  </a:lnTo>
                  <a:cubicBezTo>
                    <a:pt x="364519" y="142522"/>
                    <a:pt x="405373" y="193572"/>
                    <a:pt x="405373" y="254163"/>
                  </a:cubicBezTo>
                  <a:cubicBezTo>
                    <a:pt x="405373" y="314755"/>
                    <a:pt x="364519" y="365804"/>
                    <a:pt x="308855" y="381269"/>
                  </a:cubicBezTo>
                  <a:lnTo>
                    <a:pt x="308855" y="463283"/>
                  </a:lnTo>
                  <a:lnTo>
                    <a:pt x="530846" y="463283"/>
                  </a:lnTo>
                  <a:cubicBezTo>
                    <a:pt x="541751" y="393166"/>
                    <a:pt x="584056" y="333601"/>
                    <a:pt x="643449" y="299886"/>
                  </a:cubicBezTo>
                  <a:lnTo>
                    <a:pt x="643449" y="234859"/>
                  </a:lnTo>
                  <a:cubicBezTo>
                    <a:pt x="643449" y="233082"/>
                    <a:pt x="642004" y="231656"/>
                    <a:pt x="640233" y="231510"/>
                  </a:cubicBezTo>
                  <a:cubicBezTo>
                    <a:pt x="620416" y="229875"/>
                    <a:pt x="604842" y="213274"/>
                    <a:pt x="604842" y="193034"/>
                  </a:cubicBezTo>
                  <a:cubicBezTo>
                    <a:pt x="604842" y="171712"/>
                    <a:pt x="622127" y="154427"/>
                    <a:pt x="643449" y="154427"/>
                  </a:cubicBezTo>
                  <a:lnTo>
                    <a:pt x="875091" y="154427"/>
                  </a:lnTo>
                  <a:cubicBezTo>
                    <a:pt x="896413" y="154427"/>
                    <a:pt x="913698" y="171712"/>
                    <a:pt x="913698" y="193034"/>
                  </a:cubicBezTo>
                  <a:cubicBezTo>
                    <a:pt x="913698" y="224479"/>
                    <a:pt x="890221" y="230313"/>
                    <a:pt x="881511" y="231395"/>
                  </a:cubicBezTo>
                  <a:cubicBezTo>
                    <a:pt x="879747" y="231614"/>
                    <a:pt x="878308" y="233082"/>
                    <a:pt x="878308" y="234859"/>
                  </a:cubicBezTo>
                  <a:lnTo>
                    <a:pt x="878308" y="305684"/>
                  </a:lnTo>
                  <a:cubicBezTo>
                    <a:pt x="942124" y="346195"/>
                    <a:pt x="984478" y="417488"/>
                    <a:pt x="984478" y="498673"/>
                  </a:cubicBezTo>
                  <a:cubicBezTo>
                    <a:pt x="984478" y="579858"/>
                    <a:pt x="942124" y="651151"/>
                    <a:pt x="878308" y="691662"/>
                  </a:cubicBezTo>
                  <a:lnTo>
                    <a:pt x="878308" y="772141"/>
                  </a:lnTo>
                  <a:lnTo>
                    <a:pt x="643449" y="772141"/>
                  </a:lnTo>
                  <a:lnTo>
                    <a:pt x="643449" y="694927"/>
                  </a:lnTo>
                  <a:cubicBezTo>
                    <a:pt x="585882" y="662247"/>
                    <a:pt x="543906" y="607818"/>
                    <a:pt x="531449" y="540499"/>
                  </a:cubicBezTo>
                  <a:lnTo>
                    <a:pt x="295986" y="540499"/>
                  </a:lnTo>
                  <a:cubicBezTo>
                    <a:pt x="260450" y="540499"/>
                    <a:pt x="231641" y="511690"/>
                    <a:pt x="231641" y="476154"/>
                  </a:cubicBezTo>
                  <a:lnTo>
                    <a:pt x="231641" y="379302"/>
                  </a:lnTo>
                  <a:cubicBezTo>
                    <a:pt x="179291" y="361813"/>
                    <a:pt x="141558" y="312395"/>
                    <a:pt x="141558" y="254163"/>
                  </a:cubicBezTo>
                  <a:cubicBezTo>
                    <a:pt x="141558" y="195932"/>
                    <a:pt x="179291" y="146513"/>
                    <a:pt x="231641" y="129025"/>
                  </a:cubicBezTo>
                  <a:close/>
                  <a:moveTo>
                    <a:pt x="717446" y="575887"/>
                  </a:moveTo>
                  <a:lnTo>
                    <a:pt x="717446" y="231641"/>
                  </a:lnTo>
                  <a:moveTo>
                    <a:pt x="801094" y="231641"/>
                  </a:moveTo>
                  <a:lnTo>
                    <a:pt x="801094" y="575887"/>
                  </a:lnTo>
                  <a:moveTo>
                    <a:pt x="862222" y="353897"/>
                  </a:moveTo>
                  <a:cubicBezTo>
                    <a:pt x="880752" y="366269"/>
                    <a:pt x="896764" y="382326"/>
                    <a:pt x="909345" y="401153"/>
                  </a:cubicBezTo>
                  <a:cubicBezTo>
                    <a:pt x="921925" y="419979"/>
                    <a:pt x="930827" y="441206"/>
                    <a:pt x="935542" y="463621"/>
                  </a:cubicBezTo>
                  <a:cubicBezTo>
                    <a:pt x="940258" y="486036"/>
                    <a:pt x="940695" y="509200"/>
                    <a:pt x="936827" y="531792"/>
                  </a:cubicBezTo>
                  <a:cubicBezTo>
                    <a:pt x="934805" y="543609"/>
                    <a:pt x="931625" y="555149"/>
                    <a:pt x="927353" y="566235"/>
                  </a:cubicBezTo>
                  <a:moveTo>
                    <a:pt x="302421" y="328159"/>
                  </a:moveTo>
                  <a:cubicBezTo>
                    <a:pt x="319580" y="321782"/>
                    <a:pt x="353897" y="299082"/>
                    <a:pt x="353897" y="259292"/>
                  </a:cubicBezTo>
                  <a:cubicBezTo>
                    <a:pt x="353897" y="219503"/>
                    <a:pt x="319580" y="194252"/>
                    <a:pt x="302421" y="186600"/>
                  </a:cubicBezTo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725298" y="2764507"/>
              <a:ext cx="450414" cy="849353"/>
            </a:xfrm>
            <a:custGeom>
              <a:avLst/>
              <a:gdLst/>
              <a:ahLst/>
              <a:cxnLst/>
              <a:rect l="0" t="0" r="0" b="0"/>
              <a:pathLst>
                <a:path w="450414" h="849353">
                  <a:moveTo>
                    <a:pt x="160862" y="0"/>
                  </a:moveTo>
                  <a:lnTo>
                    <a:pt x="45041" y="0"/>
                  </a:lnTo>
                  <a:lnTo>
                    <a:pt x="45041" y="90083"/>
                  </a:lnTo>
                  <a:lnTo>
                    <a:pt x="32172" y="90083"/>
                  </a:lnTo>
                  <a:cubicBezTo>
                    <a:pt x="14404" y="90083"/>
                    <a:pt x="0" y="104487"/>
                    <a:pt x="0" y="122255"/>
                  </a:cubicBezTo>
                  <a:cubicBezTo>
                    <a:pt x="0" y="140023"/>
                    <a:pt x="14404" y="154427"/>
                    <a:pt x="32172" y="154427"/>
                  </a:cubicBezTo>
                  <a:lnTo>
                    <a:pt x="45041" y="154427"/>
                  </a:lnTo>
                  <a:lnTo>
                    <a:pt x="45041" y="791443"/>
                  </a:lnTo>
                  <a:cubicBezTo>
                    <a:pt x="45041" y="823426"/>
                    <a:pt x="70968" y="849353"/>
                    <a:pt x="102952" y="849353"/>
                  </a:cubicBezTo>
                  <a:cubicBezTo>
                    <a:pt x="134935" y="849353"/>
                    <a:pt x="160862" y="823426"/>
                    <a:pt x="160862" y="791443"/>
                  </a:cubicBezTo>
                  <a:lnTo>
                    <a:pt x="160862" y="154427"/>
                  </a:lnTo>
                  <a:lnTo>
                    <a:pt x="173731" y="154427"/>
                  </a:lnTo>
                  <a:cubicBezTo>
                    <a:pt x="191499" y="154427"/>
                    <a:pt x="205903" y="140023"/>
                    <a:pt x="205903" y="122255"/>
                  </a:cubicBezTo>
                  <a:cubicBezTo>
                    <a:pt x="205903" y="104487"/>
                    <a:pt x="191499" y="90083"/>
                    <a:pt x="173731" y="90083"/>
                  </a:cubicBezTo>
                  <a:lnTo>
                    <a:pt x="160862" y="90083"/>
                  </a:lnTo>
                  <a:close/>
                  <a:moveTo>
                    <a:pt x="405373" y="0"/>
                  </a:moveTo>
                  <a:lnTo>
                    <a:pt x="289552" y="0"/>
                  </a:lnTo>
                  <a:lnTo>
                    <a:pt x="289552" y="90083"/>
                  </a:lnTo>
                  <a:lnTo>
                    <a:pt x="276683" y="90083"/>
                  </a:lnTo>
                  <a:cubicBezTo>
                    <a:pt x="258915" y="90083"/>
                    <a:pt x="244510" y="104487"/>
                    <a:pt x="244510" y="122255"/>
                  </a:cubicBezTo>
                  <a:cubicBezTo>
                    <a:pt x="244510" y="140023"/>
                    <a:pt x="258915" y="154427"/>
                    <a:pt x="276683" y="154427"/>
                  </a:cubicBezTo>
                  <a:lnTo>
                    <a:pt x="289552" y="154427"/>
                  </a:lnTo>
                  <a:lnTo>
                    <a:pt x="289552" y="791443"/>
                  </a:lnTo>
                  <a:cubicBezTo>
                    <a:pt x="289552" y="823426"/>
                    <a:pt x="315479" y="849353"/>
                    <a:pt x="347462" y="849353"/>
                  </a:cubicBezTo>
                  <a:cubicBezTo>
                    <a:pt x="379446" y="849353"/>
                    <a:pt x="405373" y="823426"/>
                    <a:pt x="405373" y="791443"/>
                  </a:cubicBezTo>
                  <a:lnTo>
                    <a:pt x="405373" y="154427"/>
                  </a:lnTo>
                  <a:lnTo>
                    <a:pt x="418242" y="154427"/>
                  </a:lnTo>
                  <a:cubicBezTo>
                    <a:pt x="436010" y="154427"/>
                    <a:pt x="450414" y="140023"/>
                    <a:pt x="450414" y="122255"/>
                  </a:cubicBezTo>
                  <a:cubicBezTo>
                    <a:pt x="450414" y="104487"/>
                    <a:pt x="436010" y="90083"/>
                    <a:pt x="418242" y="90083"/>
                  </a:cubicBezTo>
                  <a:lnTo>
                    <a:pt x="405373" y="90083"/>
                  </a:lnTo>
                  <a:close/>
                  <a:moveTo>
                    <a:pt x="160862" y="90083"/>
                  </a:moveTo>
                  <a:lnTo>
                    <a:pt x="45041" y="90083"/>
                  </a:lnTo>
                  <a:moveTo>
                    <a:pt x="405373" y="90083"/>
                  </a:moveTo>
                  <a:lnTo>
                    <a:pt x="289552" y="90083"/>
                  </a:lnTo>
                  <a:moveTo>
                    <a:pt x="379635" y="154427"/>
                  </a:moveTo>
                  <a:lnTo>
                    <a:pt x="379635" y="308855"/>
                  </a:lnTo>
                  <a:moveTo>
                    <a:pt x="379635" y="32172"/>
                  </a:moveTo>
                  <a:lnTo>
                    <a:pt x="379635" y="90082"/>
                  </a:lnTo>
                  <a:moveTo>
                    <a:pt x="135124" y="154427"/>
                  </a:moveTo>
                  <a:lnTo>
                    <a:pt x="135124" y="463283"/>
                  </a:lnTo>
                  <a:moveTo>
                    <a:pt x="135124" y="32172"/>
                  </a:moveTo>
                  <a:lnTo>
                    <a:pt x="135124" y="90082"/>
                  </a:lnTo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40128" y="2101754"/>
              <a:ext cx="919532" cy="1235423"/>
            </a:xfrm>
            <a:custGeom>
              <a:avLst/>
              <a:gdLst/>
              <a:ahLst/>
              <a:cxnLst/>
              <a:rect l="0" t="0" r="0" b="0"/>
              <a:pathLst>
                <a:path w="919532" h="1235423">
                  <a:moveTo>
                    <a:pt x="919532" y="907264"/>
                  </a:moveTo>
                  <a:cubicBezTo>
                    <a:pt x="919532" y="1088501"/>
                    <a:pt x="772611" y="1235423"/>
                    <a:pt x="591373" y="1235423"/>
                  </a:cubicBezTo>
                  <a:cubicBezTo>
                    <a:pt x="410136" y="1235423"/>
                    <a:pt x="263214" y="1088501"/>
                    <a:pt x="263214" y="907264"/>
                  </a:cubicBezTo>
                  <a:cubicBezTo>
                    <a:pt x="263214" y="853908"/>
                    <a:pt x="275948" y="803527"/>
                    <a:pt x="298541" y="758993"/>
                  </a:cubicBezTo>
                  <a:lnTo>
                    <a:pt x="79978" y="555061"/>
                  </a:lnTo>
                  <a:lnTo>
                    <a:pt x="71198" y="564470"/>
                  </a:lnTo>
                  <a:cubicBezTo>
                    <a:pt x="61501" y="574864"/>
                    <a:pt x="45215" y="575428"/>
                    <a:pt x="34822" y="565730"/>
                  </a:cubicBezTo>
                  <a:cubicBezTo>
                    <a:pt x="24428" y="556033"/>
                    <a:pt x="23864" y="539746"/>
                    <a:pt x="33562" y="529353"/>
                  </a:cubicBezTo>
                  <a:lnTo>
                    <a:pt x="42341" y="519944"/>
                  </a:lnTo>
                  <a:lnTo>
                    <a:pt x="0" y="480436"/>
                  </a:lnTo>
                  <a:lnTo>
                    <a:pt x="109742" y="362821"/>
                  </a:lnTo>
                  <a:lnTo>
                    <a:pt x="152084" y="402328"/>
                  </a:lnTo>
                  <a:lnTo>
                    <a:pt x="160863" y="392919"/>
                  </a:lnTo>
                  <a:cubicBezTo>
                    <a:pt x="170560" y="382526"/>
                    <a:pt x="186847" y="381962"/>
                    <a:pt x="197239" y="391659"/>
                  </a:cubicBezTo>
                  <a:cubicBezTo>
                    <a:pt x="207633" y="401356"/>
                    <a:pt x="208197" y="417643"/>
                    <a:pt x="198499" y="428036"/>
                  </a:cubicBezTo>
                  <a:lnTo>
                    <a:pt x="189720" y="437446"/>
                  </a:lnTo>
                  <a:lnTo>
                    <a:pt x="404271" y="637634"/>
                  </a:lnTo>
                  <a:cubicBezTo>
                    <a:pt x="433503" y="617310"/>
                    <a:pt x="466197" y="601619"/>
                    <a:pt x="501290" y="591623"/>
                  </a:cubicBezTo>
                  <a:lnTo>
                    <a:pt x="501290" y="199469"/>
                  </a:lnTo>
                  <a:lnTo>
                    <a:pt x="462683" y="199469"/>
                  </a:lnTo>
                  <a:cubicBezTo>
                    <a:pt x="441361" y="199469"/>
                    <a:pt x="424076" y="182184"/>
                    <a:pt x="424076" y="160862"/>
                  </a:cubicBezTo>
                  <a:cubicBezTo>
                    <a:pt x="424076" y="139540"/>
                    <a:pt x="441361" y="122255"/>
                    <a:pt x="462683" y="122255"/>
                  </a:cubicBezTo>
                  <a:lnTo>
                    <a:pt x="501290" y="122255"/>
                  </a:lnTo>
                  <a:lnTo>
                    <a:pt x="501290" y="0"/>
                  </a:lnTo>
                  <a:lnTo>
                    <a:pt x="655718" y="0"/>
                  </a:lnTo>
                  <a:lnTo>
                    <a:pt x="655718" y="122255"/>
                  </a:lnTo>
                  <a:lnTo>
                    <a:pt x="694325" y="122255"/>
                  </a:lnTo>
                  <a:cubicBezTo>
                    <a:pt x="715647" y="122255"/>
                    <a:pt x="732932" y="139540"/>
                    <a:pt x="732932" y="160862"/>
                  </a:cubicBezTo>
                  <a:cubicBezTo>
                    <a:pt x="732932" y="182184"/>
                    <a:pt x="715647" y="199469"/>
                    <a:pt x="694325" y="199469"/>
                  </a:cubicBezTo>
                  <a:lnTo>
                    <a:pt x="655718" y="199469"/>
                  </a:lnTo>
                  <a:lnTo>
                    <a:pt x="655718" y="585539"/>
                  </a:lnTo>
                  <a:cubicBezTo>
                    <a:pt x="805827" y="615695"/>
                    <a:pt x="919532" y="748276"/>
                    <a:pt x="919532" y="907264"/>
                  </a:cubicBezTo>
                  <a:close/>
                  <a:moveTo>
                    <a:pt x="501290" y="122255"/>
                  </a:moveTo>
                  <a:lnTo>
                    <a:pt x="539897" y="122255"/>
                  </a:lnTo>
                  <a:lnTo>
                    <a:pt x="655718" y="122255"/>
                  </a:lnTo>
                  <a:moveTo>
                    <a:pt x="42341" y="519944"/>
                  </a:moveTo>
                  <a:lnTo>
                    <a:pt x="152084" y="402328"/>
                  </a:lnTo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322578" y="3691075"/>
              <a:ext cx="6498843" cy="77213"/>
            </a:xfrm>
            <a:custGeom>
              <a:avLst/>
              <a:gdLst/>
              <a:ahLst/>
              <a:cxnLst/>
              <a:rect l="0" t="0" r="0" b="0"/>
              <a:pathLst>
                <a:path w="6498843" h="77213">
                  <a:moveTo>
                    <a:pt x="0" y="77213"/>
                  </a:moveTo>
                  <a:lnTo>
                    <a:pt x="0" y="0"/>
                  </a:lnTo>
                  <a:lnTo>
                    <a:pt x="6498843" y="0"/>
                  </a:lnTo>
                  <a:lnTo>
                    <a:pt x="6498843" y="77213"/>
                  </a:lnTo>
                  <a:lnTo>
                    <a:pt x="0" y="77213"/>
                  </a:lnTo>
                  <a:close/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031502" y="1220227"/>
              <a:ext cx="2207033" cy="1788790"/>
            </a:xfrm>
            <a:custGeom>
              <a:avLst/>
              <a:gdLst/>
              <a:ahLst/>
              <a:cxnLst/>
              <a:rect l="0" t="0" r="0" b="0"/>
              <a:pathLst>
                <a:path w="2207033" h="1788790">
                  <a:moveTo>
                    <a:pt x="1039171" y="64344"/>
                  </a:moveTo>
                  <a:lnTo>
                    <a:pt x="1039171" y="231641"/>
                  </a:lnTo>
                  <a:lnTo>
                    <a:pt x="1126037" y="231641"/>
                  </a:lnTo>
                  <a:lnTo>
                    <a:pt x="1126037" y="90082"/>
                  </a:lnTo>
                  <a:cubicBezTo>
                    <a:pt x="1126037" y="82975"/>
                    <a:pt x="1131798" y="77213"/>
                    <a:pt x="1138906" y="77213"/>
                  </a:cubicBezTo>
                  <a:lnTo>
                    <a:pt x="1679403" y="77213"/>
                  </a:lnTo>
                  <a:lnTo>
                    <a:pt x="1679403" y="0"/>
                  </a:lnTo>
                  <a:lnTo>
                    <a:pt x="1103516" y="0"/>
                  </a:lnTo>
                  <a:cubicBezTo>
                    <a:pt x="1067979" y="0"/>
                    <a:pt x="1039171" y="28808"/>
                    <a:pt x="1039171" y="64344"/>
                  </a:cubicBezTo>
                  <a:close/>
                  <a:moveTo>
                    <a:pt x="250945" y="1788790"/>
                  </a:moveTo>
                  <a:cubicBezTo>
                    <a:pt x="250945" y="1722235"/>
                    <a:pt x="224506" y="1658406"/>
                    <a:pt x="177445" y="1611345"/>
                  </a:cubicBezTo>
                  <a:cubicBezTo>
                    <a:pt x="154758" y="1586844"/>
                    <a:pt x="87509" y="1537845"/>
                    <a:pt x="0" y="1537845"/>
                  </a:cubicBezTo>
                  <a:lnTo>
                    <a:pt x="0" y="1080995"/>
                  </a:lnTo>
                  <a:moveTo>
                    <a:pt x="19303" y="1003781"/>
                  </a:moveTo>
                  <a:lnTo>
                    <a:pt x="19303" y="923350"/>
                  </a:lnTo>
                  <a:moveTo>
                    <a:pt x="2207033" y="1235423"/>
                  </a:moveTo>
                  <a:lnTo>
                    <a:pt x="2207033" y="1171078"/>
                  </a:lnTo>
                </a:path>
              </a:pathLst>
            </a:custGeom>
            <a:noFill/>
            <a:ln w="965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7068585" y="3414375"/>
            <a:ext cx="411807" cy="276683"/>
          </a:xfrm>
          <a:custGeom>
            <a:avLst/>
            <a:gdLst/>
            <a:ahLst/>
            <a:cxnLst/>
            <a:rect l="0" t="0" r="0" b="0"/>
            <a:pathLst>
              <a:path w="411807" h="276683">
                <a:moveTo>
                  <a:pt x="411807" y="276683"/>
                </a:moveTo>
                <a:lnTo>
                  <a:pt x="0" y="276683"/>
                </a:lnTo>
                <a:lnTo>
                  <a:pt x="0" y="0"/>
                </a:lnTo>
                <a:lnTo>
                  <a:pt x="411807" y="0"/>
                </a:lnTo>
                <a:lnTo>
                  <a:pt x="411807" y="276683"/>
                </a:lnTo>
                <a:close/>
                <a:moveTo>
                  <a:pt x="125472" y="77213"/>
                </a:moveTo>
                <a:lnTo>
                  <a:pt x="276683" y="77213"/>
                </a:lnTo>
                <a:moveTo>
                  <a:pt x="125472" y="231641"/>
                </a:moveTo>
                <a:lnTo>
                  <a:pt x="276683" y="231641"/>
                </a:lnTo>
                <a:moveTo>
                  <a:pt x="164079" y="154427"/>
                </a:moveTo>
                <a:lnTo>
                  <a:pt x="238076" y="154427"/>
                </a:lnTo>
              </a:path>
            </a:pathLst>
          </a:custGeom>
          <a:noFill/>
          <a:ln w="9651">
            <a:solidFill>
              <a:srgbClr val="886A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4637" y="2973611"/>
            <a:ext cx="624146" cy="312073"/>
          </a:xfrm>
          <a:custGeom>
            <a:avLst/>
            <a:gdLst/>
            <a:ahLst/>
            <a:cxnLst/>
            <a:rect l="0" t="0" r="0" b="0"/>
            <a:pathLst>
              <a:path w="624146" h="312073">
                <a:moveTo>
                  <a:pt x="312073" y="312073"/>
                </a:moveTo>
                <a:cubicBezTo>
                  <a:pt x="271091" y="312073"/>
                  <a:pt x="230510" y="304001"/>
                  <a:pt x="192648" y="288318"/>
                </a:cubicBezTo>
                <a:cubicBezTo>
                  <a:pt x="154785" y="272634"/>
                  <a:pt x="120383" y="249647"/>
                  <a:pt x="91403" y="220669"/>
                </a:cubicBezTo>
                <a:cubicBezTo>
                  <a:pt x="62425" y="191690"/>
                  <a:pt x="39438" y="157287"/>
                  <a:pt x="23754" y="119424"/>
                </a:cubicBezTo>
                <a:cubicBezTo>
                  <a:pt x="8072" y="81563"/>
                  <a:pt x="0" y="40981"/>
                  <a:pt x="0" y="0"/>
                </a:cubicBezTo>
                <a:lnTo>
                  <a:pt x="624146" y="0"/>
                </a:lnTo>
                <a:cubicBezTo>
                  <a:pt x="624146" y="40981"/>
                  <a:pt x="616074" y="81563"/>
                  <a:pt x="600391" y="119424"/>
                </a:cubicBezTo>
                <a:cubicBezTo>
                  <a:pt x="584707" y="157287"/>
                  <a:pt x="561720" y="191690"/>
                  <a:pt x="532742" y="220669"/>
                </a:cubicBezTo>
                <a:cubicBezTo>
                  <a:pt x="503763" y="249647"/>
                  <a:pt x="469360" y="272634"/>
                  <a:pt x="431498" y="288318"/>
                </a:cubicBezTo>
                <a:cubicBezTo>
                  <a:pt x="393636" y="304001"/>
                  <a:pt x="353055" y="312073"/>
                  <a:pt x="312073" y="312073"/>
                </a:cubicBezTo>
                <a:close/>
              </a:path>
            </a:pathLst>
          </a:custGeom>
          <a:noFill/>
          <a:ln w="9651">
            <a:solidFill>
              <a:srgbClr val="CD6AFB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7" name="Group 16"/>
          <p:cNvGrpSpPr/>
          <p:nvPr/>
        </p:nvGrpSpPr>
        <p:grpSpPr>
          <a:xfrm>
            <a:off x="4938765" y="1860460"/>
            <a:ext cx="341028" cy="1701924"/>
            <a:chOff x="4938765" y="1860460"/>
            <a:chExt cx="341028" cy="1701924"/>
          </a:xfrm>
        </p:grpSpPr>
        <p:sp>
          <p:nvSpPr>
            <p:cNvPr id="15" name="Rounded Rectangle 14"/>
            <p:cNvSpPr/>
            <p:nvPr/>
          </p:nvSpPr>
          <p:spPr>
            <a:xfrm>
              <a:off x="4938765" y="1860460"/>
              <a:ext cx="341028" cy="160862"/>
            </a:xfrm>
            <a:custGeom>
              <a:avLst/>
              <a:gdLst/>
              <a:ahLst/>
              <a:cxnLst/>
              <a:rect l="0" t="0" r="0" b="0"/>
              <a:pathLst>
                <a:path w="341028" h="160862">
                  <a:moveTo>
                    <a:pt x="241820" y="160862"/>
                  </a:moveTo>
                  <a:lnTo>
                    <a:pt x="105408" y="160862"/>
                  </a:lnTo>
                  <a:lnTo>
                    <a:pt x="105408" y="106169"/>
                  </a:lnTo>
                  <a:cubicBezTo>
                    <a:pt x="105408" y="106169"/>
                    <a:pt x="60962" y="89534"/>
                    <a:pt x="34102" y="54693"/>
                  </a:cubicBezTo>
                  <a:cubicBezTo>
                    <a:pt x="9301" y="22520"/>
                    <a:pt x="0" y="0"/>
                    <a:pt x="0" y="0"/>
                  </a:cubicBezTo>
                  <a:lnTo>
                    <a:pt x="341028" y="0"/>
                  </a:lnTo>
                  <a:cubicBezTo>
                    <a:pt x="341028" y="0"/>
                    <a:pt x="338771" y="9651"/>
                    <a:pt x="328627" y="25737"/>
                  </a:cubicBezTo>
                  <a:cubicBezTo>
                    <a:pt x="307436" y="59340"/>
                    <a:pt x="277878" y="90485"/>
                    <a:pt x="241820" y="106169"/>
                  </a:cubicBezTo>
                  <a:lnTo>
                    <a:pt x="241820" y="160862"/>
                  </a:lnTo>
                  <a:close/>
                </a:path>
              </a:pathLst>
            </a:custGeom>
            <a:noFill/>
            <a:ln w="9651">
              <a:solidFill>
                <a:srgbClr val="F669B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970938" y="3111970"/>
              <a:ext cx="283117" cy="450414"/>
            </a:xfrm>
            <a:custGeom>
              <a:avLst/>
              <a:gdLst/>
              <a:ahLst/>
              <a:cxnLst/>
              <a:rect l="0" t="0" r="0" b="0"/>
              <a:pathLst>
                <a:path w="283117" h="450414">
                  <a:moveTo>
                    <a:pt x="0" y="0"/>
                  </a:moveTo>
                  <a:lnTo>
                    <a:pt x="0" y="450414"/>
                  </a:lnTo>
                  <a:lnTo>
                    <a:pt x="283117" y="450414"/>
                  </a:lnTo>
                  <a:lnTo>
                    <a:pt x="28311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651">
              <a:solidFill>
                <a:srgbClr val="F669B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3780556" y="3009016"/>
            <a:ext cx="501890" cy="250945"/>
          </a:xfrm>
          <a:custGeom>
            <a:avLst/>
            <a:gdLst/>
            <a:ahLst/>
            <a:cxnLst/>
            <a:rect l="0" t="0" r="0" b="0"/>
            <a:pathLst>
              <a:path w="501890" h="250945">
                <a:moveTo>
                  <a:pt x="250945" y="250945"/>
                </a:moveTo>
                <a:cubicBezTo>
                  <a:pt x="184390" y="250945"/>
                  <a:pt x="120561" y="224506"/>
                  <a:pt x="73499" y="177445"/>
                </a:cubicBezTo>
                <a:cubicBezTo>
                  <a:pt x="26438" y="130384"/>
                  <a:pt x="0" y="66555"/>
                  <a:pt x="0" y="0"/>
                </a:cubicBezTo>
                <a:lnTo>
                  <a:pt x="501890" y="0"/>
                </a:lnTo>
                <a:cubicBezTo>
                  <a:pt x="501890" y="66554"/>
                  <a:pt x="475452" y="130383"/>
                  <a:pt x="428390" y="177444"/>
                </a:cubicBezTo>
                <a:cubicBezTo>
                  <a:pt x="381328" y="224506"/>
                  <a:pt x="317500" y="250945"/>
                  <a:pt x="250945" y="250945"/>
                </a:cubicBezTo>
                <a:close/>
                <a:moveTo>
                  <a:pt x="186600" y="90082"/>
                </a:moveTo>
                <a:cubicBezTo>
                  <a:pt x="175939" y="90082"/>
                  <a:pt x="167296" y="98725"/>
                  <a:pt x="167296" y="109386"/>
                </a:cubicBezTo>
                <a:cubicBezTo>
                  <a:pt x="167296" y="120047"/>
                  <a:pt x="175939" y="128689"/>
                  <a:pt x="186600" y="128689"/>
                </a:cubicBezTo>
                <a:cubicBezTo>
                  <a:pt x="197261" y="128689"/>
                  <a:pt x="205903" y="120047"/>
                  <a:pt x="205903" y="109386"/>
                </a:cubicBezTo>
                <a:cubicBezTo>
                  <a:pt x="205903" y="98725"/>
                  <a:pt x="197261" y="90082"/>
                  <a:pt x="186600" y="90082"/>
                </a:cubicBezTo>
                <a:close/>
                <a:moveTo>
                  <a:pt x="289552" y="90082"/>
                </a:moveTo>
                <a:cubicBezTo>
                  <a:pt x="278891" y="90082"/>
                  <a:pt x="270248" y="98725"/>
                  <a:pt x="270248" y="109386"/>
                </a:cubicBezTo>
                <a:cubicBezTo>
                  <a:pt x="270248" y="120047"/>
                  <a:pt x="278891" y="128689"/>
                  <a:pt x="289552" y="128689"/>
                </a:cubicBezTo>
                <a:cubicBezTo>
                  <a:pt x="300213" y="128689"/>
                  <a:pt x="308855" y="120047"/>
                  <a:pt x="308855" y="109386"/>
                </a:cubicBezTo>
                <a:cubicBezTo>
                  <a:pt x="308855" y="98725"/>
                  <a:pt x="300213" y="90082"/>
                  <a:pt x="289552" y="90082"/>
                </a:cubicBezTo>
                <a:close/>
                <a:moveTo>
                  <a:pt x="315290" y="160862"/>
                </a:moveTo>
                <a:cubicBezTo>
                  <a:pt x="304629" y="160862"/>
                  <a:pt x="295986" y="169504"/>
                  <a:pt x="295986" y="180165"/>
                </a:cubicBezTo>
                <a:cubicBezTo>
                  <a:pt x="295986" y="190827"/>
                  <a:pt x="304629" y="199469"/>
                  <a:pt x="315290" y="199469"/>
                </a:cubicBezTo>
                <a:cubicBezTo>
                  <a:pt x="325951" y="199469"/>
                  <a:pt x="334593" y="190827"/>
                  <a:pt x="334593" y="180165"/>
                </a:cubicBezTo>
                <a:cubicBezTo>
                  <a:pt x="334593" y="169504"/>
                  <a:pt x="325951" y="160862"/>
                  <a:pt x="315290" y="160862"/>
                </a:cubicBezTo>
                <a:close/>
                <a:moveTo>
                  <a:pt x="225207" y="160862"/>
                </a:moveTo>
                <a:cubicBezTo>
                  <a:pt x="214546" y="160862"/>
                  <a:pt x="205903" y="169504"/>
                  <a:pt x="205903" y="180165"/>
                </a:cubicBezTo>
                <a:cubicBezTo>
                  <a:pt x="205903" y="190827"/>
                  <a:pt x="214546" y="199469"/>
                  <a:pt x="225207" y="199469"/>
                </a:cubicBezTo>
                <a:cubicBezTo>
                  <a:pt x="235868" y="199469"/>
                  <a:pt x="244510" y="190827"/>
                  <a:pt x="244510" y="180165"/>
                </a:cubicBezTo>
                <a:cubicBezTo>
                  <a:pt x="244510" y="169504"/>
                  <a:pt x="235868" y="160862"/>
                  <a:pt x="225207" y="160862"/>
                </a:cubicBezTo>
                <a:close/>
                <a:moveTo>
                  <a:pt x="122255" y="32172"/>
                </a:moveTo>
                <a:cubicBezTo>
                  <a:pt x="111594" y="32172"/>
                  <a:pt x="102951" y="40814"/>
                  <a:pt x="102951" y="51475"/>
                </a:cubicBezTo>
                <a:cubicBezTo>
                  <a:pt x="102951" y="62137"/>
                  <a:pt x="111594" y="70779"/>
                  <a:pt x="122255" y="70779"/>
                </a:cubicBezTo>
                <a:cubicBezTo>
                  <a:pt x="132916" y="70779"/>
                  <a:pt x="141558" y="62137"/>
                  <a:pt x="141558" y="51475"/>
                </a:cubicBezTo>
                <a:cubicBezTo>
                  <a:pt x="141558" y="40814"/>
                  <a:pt x="132916" y="32172"/>
                  <a:pt x="122255" y="32172"/>
                </a:cubicBezTo>
                <a:close/>
                <a:moveTo>
                  <a:pt x="115820" y="115820"/>
                </a:moveTo>
                <a:cubicBezTo>
                  <a:pt x="105159" y="115820"/>
                  <a:pt x="96517" y="124463"/>
                  <a:pt x="96517" y="135124"/>
                </a:cubicBezTo>
                <a:cubicBezTo>
                  <a:pt x="96517" y="145785"/>
                  <a:pt x="105159" y="154427"/>
                  <a:pt x="115820" y="154427"/>
                </a:cubicBezTo>
                <a:cubicBezTo>
                  <a:pt x="126482" y="154427"/>
                  <a:pt x="135124" y="145785"/>
                  <a:pt x="135124" y="135124"/>
                </a:cubicBezTo>
                <a:cubicBezTo>
                  <a:pt x="135124" y="124463"/>
                  <a:pt x="126482" y="115820"/>
                  <a:pt x="115820" y="115820"/>
                </a:cubicBezTo>
                <a:close/>
                <a:moveTo>
                  <a:pt x="231641" y="32172"/>
                </a:moveTo>
                <a:cubicBezTo>
                  <a:pt x="220980" y="32172"/>
                  <a:pt x="212338" y="40814"/>
                  <a:pt x="212338" y="51475"/>
                </a:cubicBezTo>
                <a:cubicBezTo>
                  <a:pt x="212338" y="62137"/>
                  <a:pt x="220980" y="70779"/>
                  <a:pt x="231641" y="70779"/>
                </a:cubicBezTo>
                <a:cubicBezTo>
                  <a:pt x="242303" y="70779"/>
                  <a:pt x="250945" y="62137"/>
                  <a:pt x="250945" y="51475"/>
                </a:cubicBezTo>
                <a:cubicBezTo>
                  <a:pt x="250945" y="40814"/>
                  <a:pt x="242303" y="32172"/>
                  <a:pt x="231641" y="32172"/>
                </a:cubicBezTo>
                <a:close/>
                <a:moveTo>
                  <a:pt x="360331" y="38606"/>
                </a:moveTo>
                <a:cubicBezTo>
                  <a:pt x="349670" y="38606"/>
                  <a:pt x="341028" y="47249"/>
                  <a:pt x="341028" y="57910"/>
                </a:cubicBezTo>
                <a:cubicBezTo>
                  <a:pt x="341028" y="68571"/>
                  <a:pt x="349670" y="77213"/>
                  <a:pt x="360331" y="77213"/>
                </a:cubicBezTo>
                <a:cubicBezTo>
                  <a:pt x="370993" y="77213"/>
                  <a:pt x="379635" y="68571"/>
                  <a:pt x="379635" y="57910"/>
                </a:cubicBezTo>
                <a:cubicBezTo>
                  <a:pt x="379635" y="47249"/>
                  <a:pt x="370993" y="38606"/>
                  <a:pt x="360331" y="38606"/>
                </a:cubicBezTo>
                <a:close/>
                <a:moveTo>
                  <a:pt x="392504" y="109386"/>
                </a:moveTo>
                <a:cubicBezTo>
                  <a:pt x="381843" y="109386"/>
                  <a:pt x="373200" y="118028"/>
                  <a:pt x="373200" y="128689"/>
                </a:cubicBezTo>
                <a:cubicBezTo>
                  <a:pt x="373200" y="139351"/>
                  <a:pt x="381843" y="147993"/>
                  <a:pt x="392504" y="147993"/>
                </a:cubicBezTo>
                <a:cubicBezTo>
                  <a:pt x="403165" y="147993"/>
                  <a:pt x="411807" y="139351"/>
                  <a:pt x="411807" y="128689"/>
                </a:cubicBezTo>
                <a:cubicBezTo>
                  <a:pt x="411807" y="118028"/>
                  <a:pt x="403165" y="109386"/>
                  <a:pt x="392504" y="109386"/>
                </a:cubicBezTo>
                <a:close/>
              </a:path>
            </a:pathLst>
          </a:custGeom>
          <a:noFill/>
          <a:ln w="9651">
            <a:solidFill>
              <a:srgbClr val="FD6A6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1" name="Group 20"/>
          <p:cNvGrpSpPr/>
          <p:nvPr/>
        </p:nvGrpSpPr>
        <p:grpSpPr>
          <a:xfrm>
            <a:off x="2796078" y="3073363"/>
            <a:ext cx="308855" cy="508325"/>
            <a:chOff x="2796078" y="3073363"/>
            <a:chExt cx="308855" cy="508325"/>
          </a:xfrm>
        </p:grpSpPr>
        <p:sp>
          <p:nvSpPr>
            <p:cNvPr id="19" name="Rounded Rectangle 18"/>
            <p:cNvSpPr/>
            <p:nvPr/>
          </p:nvSpPr>
          <p:spPr>
            <a:xfrm>
              <a:off x="2796078" y="3227791"/>
              <a:ext cx="64344" cy="353897"/>
            </a:xfrm>
            <a:custGeom>
              <a:avLst/>
              <a:gdLst/>
              <a:ahLst/>
              <a:cxnLst/>
              <a:rect l="0" t="0" r="0" b="0"/>
              <a:pathLst>
                <a:path w="64344" h="353897">
                  <a:moveTo>
                    <a:pt x="64344" y="321724"/>
                  </a:moveTo>
                  <a:cubicBezTo>
                    <a:pt x="64344" y="339493"/>
                    <a:pt x="49940" y="353897"/>
                    <a:pt x="32172" y="353897"/>
                  </a:cubicBezTo>
                  <a:cubicBezTo>
                    <a:pt x="14404" y="353897"/>
                    <a:pt x="0" y="339493"/>
                    <a:pt x="0" y="321724"/>
                  </a:cubicBezTo>
                  <a:lnTo>
                    <a:pt x="0" y="0"/>
                  </a:lnTo>
                  <a:lnTo>
                    <a:pt x="64344" y="0"/>
                  </a:lnTo>
                  <a:lnTo>
                    <a:pt x="64344" y="321724"/>
                  </a:lnTo>
                  <a:close/>
                </a:path>
              </a:pathLst>
            </a:custGeom>
            <a:noFill/>
            <a:ln w="9651">
              <a:solidFill>
                <a:srgbClr val="F995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040589" y="3073363"/>
              <a:ext cx="64344" cy="508325"/>
            </a:xfrm>
            <a:custGeom>
              <a:avLst/>
              <a:gdLst/>
              <a:ahLst/>
              <a:cxnLst/>
              <a:rect l="0" t="0" r="0" b="0"/>
              <a:pathLst>
                <a:path w="64344" h="508325">
                  <a:moveTo>
                    <a:pt x="64344" y="476152"/>
                  </a:moveTo>
                  <a:cubicBezTo>
                    <a:pt x="64344" y="493921"/>
                    <a:pt x="49940" y="508325"/>
                    <a:pt x="32172" y="508325"/>
                  </a:cubicBezTo>
                  <a:cubicBezTo>
                    <a:pt x="14404" y="508325"/>
                    <a:pt x="0" y="493921"/>
                    <a:pt x="0" y="476152"/>
                  </a:cubicBezTo>
                  <a:lnTo>
                    <a:pt x="0" y="0"/>
                  </a:lnTo>
                  <a:lnTo>
                    <a:pt x="64344" y="0"/>
                  </a:lnTo>
                  <a:lnTo>
                    <a:pt x="64344" y="476152"/>
                  </a:lnTo>
                  <a:close/>
                </a:path>
              </a:pathLst>
            </a:custGeom>
            <a:noFill/>
            <a:ln w="9651">
              <a:solidFill>
                <a:srgbClr val="F995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631684" y="2121056"/>
            <a:ext cx="501269" cy="1531410"/>
            <a:chOff x="1631684" y="2121056"/>
            <a:chExt cx="501269" cy="1531410"/>
          </a:xfrm>
        </p:grpSpPr>
        <p:sp>
          <p:nvSpPr>
            <p:cNvPr id="22" name="Rounded Rectangle 21"/>
            <p:cNvSpPr/>
            <p:nvPr/>
          </p:nvSpPr>
          <p:spPr>
            <a:xfrm>
              <a:off x="1838410" y="2861023"/>
              <a:ext cx="90082" cy="202686"/>
            </a:xfrm>
            <a:custGeom>
              <a:avLst/>
              <a:gdLst/>
              <a:ahLst/>
              <a:cxnLst/>
              <a:rect l="0" t="0" r="0" b="0"/>
              <a:pathLst>
                <a:path w="90082" h="202686">
                  <a:moveTo>
                    <a:pt x="2144" y="135124"/>
                  </a:moveTo>
                  <a:cubicBezTo>
                    <a:pt x="7292" y="86222"/>
                    <a:pt x="34317" y="0"/>
                    <a:pt x="43968" y="0"/>
                  </a:cubicBezTo>
                  <a:cubicBezTo>
                    <a:pt x="53620" y="0"/>
                    <a:pt x="85793" y="86865"/>
                    <a:pt x="89010" y="135124"/>
                  </a:cubicBezTo>
                  <a:cubicBezTo>
                    <a:pt x="90082" y="157645"/>
                    <a:pt x="82575" y="202686"/>
                    <a:pt x="43968" y="202686"/>
                  </a:cubicBezTo>
                  <a:cubicBezTo>
                    <a:pt x="5361" y="202686"/>
                    <a:pt x="0" y="157645"/>
                    <a:pt x="2144" y="135124"/>
                  </a:cubicBezTo>
                  <a:close/>
                </a:path>
              </a:pathLst>
            </a:custGeom>
            <a:noFill/>
            <a:ln w="9651">
              <a:solidFill>
                <a:srgbClr val="FFE60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650737" y="3504473"/>
              <a:ext cx="463283" cy="147993"/>
            </a:xfrm>
            <a:custGeom>
              <a:avLst/>
              <a:gdLst/>
              <a:ahLst/>
              <a:cxnLst/>
              <a:rect l="0" t="0" r="0" b="0"/>
              <a:pathLst>
                <a:path w="463283" h="147993">
                  <a:moveTo>
                    <a:pt x="0" y="147993"/>
                  </a:moveTo>
                  <a:lnTo>
                    <a:pt x="0" y="0"/>
                  </a:lnTo>
                  <a:lnTo>
                    <a:pt x="463283" y="0"/>
                  </a:lnTo>
                  <a:lnTo>
                    <a:pt x="463283" y="147993"/>
                  </a:lnTo>
                  <a:lnTo>
                    <a:pt x="0" y="147993"/>
                  </a:lnTo>
                  <a:close/>
                </a:path>
              </a:pathLst>
            </a:custGeom>
            <a:noFill/>
            <a:ln w="9651">
              <a:solidFill>
                <a:srgbClr val="FFE60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631684" y="2121056"/>
              <a:ext cx="501269" cy="160862"/>
            </a:xfrm>
            <a:custGeom>
              <a:avLst/>
              <a:gdLst/>
              <a:ahLst/>
              <a:cxnLst/>
              <a:rect l="0" t="0" r="0" b="0"/>
              <a:pathLst>
                <a:path w="501269" h="160862">
                  <a:moveTo>
                    <a:pt x="118369" y="160862"/>
                  </a:moveTo>
                  <a:lnTo>
                    <a:pt x="382898" y="160862"/>
                  </a:lnTo>
                  <a:cubicBezTo>
                    <a:pt x="418076" y="140950"/>
                    <a:pt x="473537" y="85951"/>
                    <a:pt x="501269" y="0"/>
                  </a:cubicBezTo>
                  <a:cubicBezTo>
                    <a:pt x="305511" y="0"/>
                    <a:pt x="195758" y="0"/>
                    <a:pt x="0" y="0"/>
                  </a:cubicBezTo>
                  <a:cubicBezTo>
                    <a:pt x="27730" y="85951"/>
                    <a:pt x="83192" y="140950"/>
                    <a:pt x="118369" y="160862"/>
                  </a:cubicBezTo>
                  <a:close/>
                </a:path>
              </a:pathLst>
            </a:custGeom>
            <a:noFill/>
            <a:ln w="9651">
              <a:solidFill>
                <a:srgbClr val="FFE60A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1329012" y="1255600"/>
            <a:ext cx="5285940" cy="2435457"/>
          </a:xfrm>
          <a:custGeom>
            <a:avLst/>
            <a:gdLst/>
            <a:ahLst/>
            <a:cxnLst/>
            <a:rect l="0" t="0" r="0" b="0"/>
            <a:pathLst>
              <a:path w="5285940" h="2435457">
                <a:moveTo>
                  <a:pt x="77213" y="929785"/>
                </a:moveTo>
                <a:lnTo>
                  <a:pt x="77213" y="389287"/>
                </a:lnTo>
                <a:moveTo>
                  <a:pt x="77213" y="929785"/>
                </a:moveTo>
                <a:lnTo>
                  <a:pt x="0" y="929785"/>
                </a:lnTo>
                <a:moveTo>
                  <a:pt x="77213" y="929785"/>
                </a:moveTo>
                <a:lnTo>
                  <a:pt x="926567" y="929785"/>
                </a:lnTo>
                <a:moveTo>
                  <a:pt x="77213" y="929785"/>
                </a:moveTo>
                <a:lnTo>
                  <a:pt x="77213" y="2435457"/>
                </a:lnTo>
                <a:moveTo>
                  <a:pt x="0" y="1006999"/>
                </a:moveTo>
                <a:lnTo>
                  <a:pt x="0" y="929785"/>
                </a:lnTo>
                <a:moveTo>
                  <a:pt x="0" y="929785"/>
                </a:moveTo>
                <a:lnTo>
                  <a:pt x="0" y="852570"/>
                </a:lnTo>
                <a:moveTo>
                  <a:pt x="4866089" y="1872439"/>
                </a:moveTo>
                <a:lnTo>
                  <a:pt x="4866089" y="2432240"/>
                </a:lnTo>
                <a:moveTo>
                  <a:pt x="4866089" y="1872439"/>
                </a:moveTo>
                <a:lnTo>
                  <a:pt x="4536321" y="1872439"/>
                </a:lnTo>
                <a:moveTo>
                  <a:pt x="4866089" y="1872439"/>
                </a:moveTo>
                <a:lnTo>
                  <a:pt x="5195857" y="1872439"/>
                </a:lnTo>
                <a:moveTo>
                  <a:pt x="4488062" y="1872439"/>
                </a:moveTo>
                <a:lnTo>
                  <a:pt x="4536321" y="1872439"/>
                </a:lnTo>
                <a:moveTo>
                  <a:pt x="4536321" y="1872439"/>
                </a:moveTo>
                <a:lnTo>
                  <a:pt x="4446238" y="2432240"/>
                </a:lnTo>
                <a:moveTo>
                  <a:pt x="5244116" y="1872439"/>
                </a:moveTo>
                <a:lnTo>
                  <a:pt x="5195857" y="1872439"/>
                </a:lnTo>
                <a:moveTo>
                  <a:pt x="5195857" y="1872439"/>
                </a:moveTo>
                <a:lnTo>
                  <a:pt x="5285940" y="2432240"/>
                </a:lnTo>
                <a:moveTo>
                  <a:pt x="2303550" y="1676186"/>
                </a:moveTo>
                <a:lnTo>
                  <a:pt x="3146469" y="1676186"/>
                </a:lnTo>
                <a:moveTo>
                  <a:pt x="3146469" y="1676186"/>
                </a:moveTo>
                <a:lnTo>
                  <a:pt x="3223683" y="1676186"/>
                </a:lnTo>
                <a:moveTo>
                  <a:pt x="3146469" y="1676186"/>
                </a:moveTo>
                <a:lnTo>
                  <a:pt x="3146469" y="2435457"/>
                </a:lnTo>
                <a:moveTo>
                  <a:pt x="3146469" y="1676186"/>
                </a:moveTo>
                <a:lnTo>
                  <a:pt x="3146469" y="849353"/>
                </a:lnTo>
                <a:moveTo>
                  <a:pt x="3223683" y="1676186"/>
                </a:moveTo>
                <a:lnTo>
                  <a:pt x="3223683" y="1598973"/>
                </a:lnTo>
                <a:moveTo>
                  <a:pt x="3223683" y="1676186"/>
                </a:moveTo>
                <a:lnTo>
                  <a:pt x="3223683" y="1753400"/>
                </a:lnTo>
                <a:moveTo>
                  <a:pt x="553366" y="2248857"/>
                </a:moveTo>
                <a:lnTo>
                  <a:pt x="553366" y="1695490"/>
                </a:lnTo>
                <a:moveTo>
                  <a:pt x="1344810" y="2435457"/>
                </a:moveTo>
                <a:lnTo>
                  <a:pt x="1344810" y="1740531"/>
                </a:lnTo>
                <a:lnTo>
                  <a:pt x="1885308" y="1740531"/>
                </a:lnTo>
                <a:moveTo>
                  <a:pt x="1745543" y="1508895"/>
                </a:moveTo>
                <a:lnTo>
                  <a:pt x="1745543" y="1175485"/>
                </a:lnTo>
                <a:cubicBezTo>
                  <a:pt x="1745543" y="1063941"/>
                  <a:pt x="1877768" y="1005219"/>
                  <a:pt x="1960522" y="1080010"/>
                </a:cubicBezTo>
                <a:lnTo>
                  <a:pt x="2166537" y="1266204"/>
                </a:lnTo>
                <a:moveTo>
                  <a:pt x="2667099" y="842919"/>
                </a:moveTo>
                <a:lnTo>
                  <a:pt x="2667099" y="711012"/>
                </a:lnTo>
                <a:cubicBezTo>
                  <a:pt x="2667099" y="639938"/>
                  <a:pt x="2609482" y="582322"/>
                  <a:pt x="2538409" y="582322"/>
                </a:cubicBezTo>
                <a:lnTo>
                  <a:pt x="1016650" y="582322"/>
                </a:lnTo>
                <a:moveTo>
                  <a:pt x="3024214" y="80431"/>
                </a:moveTo>
                <a:lnTo>
                  <a:pt x="2786137" y="80431"/>
                </a:lnTo>
                <a:cubicBezTo>
                  <a:pt x="2750601" y="80431"/>
                  <a:pt x="2721792" y="109239"/>
                  <a:pt x="2721792" y="144776"/>
                </a:cubicBezTo>
                <a:lnTo>
                  <a:pt x="2721792" y="846136"/>
                </a:lnTo>
                <a:moveTo>
                  <a:pt x="4761528" y="431111"/>
                </a:moveTo>
                <a:cubicBezTo>
                  <a:pt x="4761528" y="431111"/>
                  <a:pt x="4695377" y="588756"/>
                  <a:pt x="4525540" y="588756"/>
                </a:cubicBezTo>
                <a:cubicBezTo>
                  <a:pt x="4439099" y="588756"/>
                  <a:pt x="4369024" y="518176"/>
                  <a:pt x="4369024" y="431111"/>
                </a:cubicBezTo>
                <a:cubicBezTo>
                  <a:pt x="4369024" y="344046"/>
                  <a:pt x="4439099" y="273466"/>
                  <a:pt x="4525540" y="273466"/>
                </a:cubicBezTo>
                <a:cubicBezTo>
                  <a:pt x="4671445" y="273466"/>
                  <a:pt x="4761528" y="431111"/>
                  <a:pt x="4761528" y="431111"/>
                </a:cubicBezTo>
                <a:close/>
                <a:moveTo>
                  <a:pt x="4813004" y="830050"/>
                </a:moveTo>
                <a:cubicBezTo>
                  <a:pt x="4813004" y="830050"/>
                  <a:pt x="4746853" y="987695"/>
                  <a:pt x="4577016" y="987695"/>
                </a:cubicBezTo>
                <a:cubicBezTo>
                  <a:pt x="4490575" y="987695"/>
                  <a:pt x="4420500" y="917115"/>
                  <a:pt x="4420500" y="830050"/>
                </a:cubicBezTo>
                <a:cubicBezTo>
                  <a:pt x="4420500" y="742985"/>
                  <a:pt x="4490575" y="672405"/>
                  <a:pt x="4577016" y="672405"/>
                </a:cubicBezTo>
                <a:cubicBezTo>
                  <a:pt x="4746853" y="672405"/>
                  <a:pt x="4813004" y="830050"/>
                  <a:pt x="4813004" y="830050"/>
                </a:cubicBezTo>
                <a:close/>
                <a:moveTo>
                  <a:pt x="4381893" y="0"/>
                </a:moveTo>
                <a:lnTo>
                  <a:pt x="4407631" y="0"/>
                </a:lnTo>
                <a:cubicBezTo>
                  <a:pt x="4471976" y="0"/>
                  <a:pt x="4577016" y="0"/>
                  <a:pt x="4677880" y="86865"/>
                </a:cubicBezTo>
                <a:cubicBezTo>
                  <a:pt x="4800295" y="192292"/>
                  <a:pt x="4791556" y="350680"/>
                  <a:pt x="4761528" y="431111"/>
                </a:cubicBezTo>
                <a:cubicBezTo>
                  <a:pt x="4793701" y="479370"/>
                  <a:pt x="4820373" y="537280"/>
                  <a:pt x="4832308" y="611277"/>
                </a:cubicBezTo>
                <a:cubicBezTo>
                  <a:pt x="4850863" y="726324"/>
                  <a:pt x="4822656" y="807529"/>
                  <a:pt x="4813004" y="830050"/>
                </a:cubicBezTo>
                <a:cubicBezTo>
                  <a:pt x="4833380" y="875091"/>
                  <a:pt x="4874132" y="949088"/>
                  <a:pt x="4874132" y="1068126"/>
                </a:cubicBezTo>
                <a:lnTo>
                  <a:pt x="4874132" y="1103516"/>
                </a:lnTo>
              </a:path>
            </a:pathLst>
          </a:custGeom>
          <a:noFill/>
          <a:ln w="965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9" name="Group 28"/>
          <p:cNvGrpSpPr/>
          <p:nvPr/>
        </p:nvGrpSpPr>
        <p:grpSpPr>
          <a:xfrm>
            <a:off x="1514828" y="3999929"/>
            <a:ext cx="709374" cy="308847"/>
            <a:chOff x="1514828" y="3999929"/>
            <a:chExt cx="709374" cy="308847"/>
          </a:xfrm>
        </p:grpSpPr>
        <p:sp>
          <p:nvSpPr>
            <p:cNvPr id="27" name="TextBox 26"/>
            <p:cNvSpPr txBox="1"/>
            <p:nvPr/>
          </p:nvSpPr>
          <p:spPr>
            <a:xfrm>
              <a:off x="1514828" y="3999929"/>
              <a:ext cx="709374" cy="15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E60A"/>
                  </a:solidFill>
                  <a:latin typeface="Roboto"/>
                </a:rPr>
                <a:t>Raw Market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14828" y="4154329"/>
              <a:ext cx="709374" cy="1544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E60A"/>
                  </a:solidFill>
                  <a:latin typeface="Roboto"/>
                </a:rPr>
                <a:t>Data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515099" y="3999934"/>
            <a:ext cx="870823" cy="1544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F99539"/>
                </a:solidFill>
                <a:latin typeface="Roboto"/>
              </a:rPr>
              <a:t>Data Collection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620441" y="3999929"/>
            <a:ext cx="822131" cy="308847"/>
            <a:chOff x="3620441" y="3999929"/>
            <a:chExt cx="822131" cy="308847"/>
          </a:xfrm>
        </p:grpSpPr>
        <p:sp>
          <p:nvSpPr>
            <p:cNvPr id="31" name="TextBox 30"/>
            <p:cNvSpPr txBox="1"/>
            <p:nvPr/>
          </p:nvSpPr>
          <p:spPr>
            <a:xfrm>
              <a:off x="3620441" y="3999929"/>
              <a:ext cx="822131" cy="15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D6A65"/>
                  </a:solidFill>
                  <a:latin typeface="Roboto"/>
                </a:rPr>
                <a:t>Data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620441" y="4154329"/>
              <a:ext cx="822131" cy="1544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D6A65"/>
                  </a:solidFill>
                  <a:latin typeface="Roboto"/>
                </a:rPr>
                <a:t>Preprocessing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679472" y="3999934"/>
            <a:ext cx="866060" cy="1544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F669BE"/>
                </a:solidFill>
                <a:latin typeface="Roboto"/>
              </a:rPr>
              <a:t>AI/ML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0150" y="371484"/>
            <a:ext cx="674370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Roboto"/>
              </a:rPr>
              <a:t>From Raw Data to Actionable Insights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6953382" y="3999929"/>
            <a:ext cx="642223" cy="308847"/>
            <a:chOff x="6953382" y="3999929"/>
            <a:chExt cx="642223" cy="308847"/>
          </a:xfrm>
        </p:grpSpPr>
        <p:sp>
          <p:nvSpPr>
            <p:cNvPr id="36" name="TextBox 35"/>
            <p:cNvSpPr txBox="1"/>
            <p:nvPr/>
          </p:nvSpPr>
          <p:spPr>
            <a:xfrm>
              <a:off x="6953382" y="3999929"/>
              <a:ext cx="642223" cy="15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886AFF"/>
                  </a:solidFill>
                  <a:latin typeface="Roboto"/>
                </a:rPr>
                <a:t>Actionable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953382" y="4154329"/>
              <a:ext cx="642223" cy="1544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886AFF"/>
                  </a:solidFill>
                  <a:latin typeface="Roboto"/>
                </a:rPr>
                <a:t>Insights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2513727" y="4231572"/>
            <a:ext cx="873566" cy="257364"/>
            <a:chOff x="2513727" y="4231572"/>
            <a:chExt cx="873566" cy="257364"/>
          </a:xfrm>
        </p:grpSpPr>
        <p:sp>
          <p:nvSpPr>
            <p:cNvPr id="39" name="TextBox 38"/>
            <p:cNvSpPr txBox="1"/>
            <p:nvPr/>
          </p:nvSpPr>
          <p:spPr>
            <a:xfrm>
              <a:off x="2513727" y="4231572"/>
              <a:ext cx="873566" cy="128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Gathering data from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513727" y="4360254"/>
              <a:ext cx="873566" cy="128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various sources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687501" y="4231572"/>
            <a:ext cx="849991" cy="257364"/>
            <a:chOff x="4687501" y="4231572"/>
            <a:chExt cx="849991" cy="257364"/>
          </a:xfrm>
        </p:grpSpPr>
        <p:sp>
          <p:nvSpPr>
            <p:cNvPr id="42" name="TextBox 41"/>
            <p:cNvSpPr txBox="1"/>
            <p:nvPr/>
          </p:nvSpPr>
          <p:spPr>
            <a:xfrm>
              <a:off x="4687501" y="4231572"/>
              <a:ext cx="849991" cy="128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Applying AI and ML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687501" y="4360254"/>
              <a:ext cx="849991" cy="128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models to data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484167" y="4385984"/>
            <a:ext cx="770686" cy="386066"/>
            <a:chOff x="1484167" y="4385984"/>
            <a:chExt cx="770686" cy="386066"/>
          </a:xfrm>
        </p:grpSpPr>
        <p:sp>
          <p:nvSpPr>
            <p:cNvPr id="45" name="TextBox 44"/>
            <p:cNvSpPr txBox="1"/>
            <p:nvPr/>
          </p:nvSpPr>
          <p:spPr>
            <a:xfrm>
              <a:off x="1484167" y="4385984"/>
              <a:ext cx="770686" cy="128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Unprocessed real-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484167" y="4514762"/>
              <a:ext cx="770686" cy="128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time market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484167" y="4643444"/>
              <a:ext cx="770686" cy="128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information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637043" y="4385984"/>
            <a:ext cx="788908" cy="386066"/>
            <a:chOff x="3637043" y="4385984"/>
            <a:chExt cx="788908" cy="386066"/>
          </a:xfrm>
        </p:grpSpPr>
        <p:sp>
          <p:nvSpPr>
            <p:cNvPr id="49" name="TextBox 48"/>
            <p:cNvSpPr txBox="1"/>
            <p:nvPr/>
          </p:nvSpPr>
          <p:spPr>
            <a:xfrm>
              <a:off x="3637043" y="4385984"/>
              <a:ext cx="788908" cy="128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Cleaning and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637043" y="4514762"/>
              <a:ext cx="788908" cy="128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preparing data for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637043" y="4643444"/>
              <a:ext cx="788908" cy="128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analysis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767430" y="4385983"/>
            <a:ext cx="852135" cy="257364"/>
            <a:chOff x="5767430" y="4385983"/>
            <a:chExt cx="852135" cy="257364"/>
          </a:xfrm>
        </p:grpSpPr>
        <p:sp>
          <p:nvSpPr>
            <p:cNvPr id="53" name="TextBox 52"/>
            <p:cNvSpPr txBox="1"/>
            <p:nvPr/>
          </p:nvSpPr>
          <p:spPr>
            <a:xfrm>
              <a:off x="5767430" y="4385983"/>
              <a:ext cx="852135" cy="128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Identifying patterns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767430" y="4514665"/>
              <a:ext cx="852135" cy="128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and trends in data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902719" y="4385984"/>
            <a:ext cx="743550" cy="386066"/>
            <a:chOff x="6902719" y="4385984"/>
            <a:chExt cx="743550" cy="386066"/>
          </a:xfrm>
        </p:grpSpPr>
        <p:sp>
          <p:nvSpPr>
            <p:cNvPr id="56" name="TextBox 55"/>
            <p:cNvSpPr txBox="1"/>
            <p:nvPr/>
          </p:nvSpPr>
          <p:spPr>
            <a:xfrm>
              <a:off x="6902719" y="4385984"/>
              <a:ext cx="743550" cy="128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Simplified charts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902719" y="4514762"/>
              <a:ext cx="743550" cy="1286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and trends for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902719" y="4643444"/>
              <a:ext cx="743550" cy="128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Roboto"/>
                </a:rPr>
                <a:t>decision-making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820465" y="3999929"/>
            <a:ext cx="746045" cy="308847"/>
            <a:chOff x="5820465" y="3999929"/>
            <a:chExt cx="746045" cy="308847"/>
          </a:xfrm>
        </p:grpSpPr>
        <p:sp>
          <p:nvSpPr>
            <p:cNvPr id="60" name="TextBox 59"/>
            <p:cNvSpPr txBox="1"/>
            <p:nvPr/>
          </p:nvSpPr>
          <p:spPr>
            <a:xfrm>
              <a:off x="5820465" y="3999929"/>
              <a:ext cx="746045" cy="15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D6AFB"/>
                  </a:solidFill>
                  <a:latin typeface="Roboto"/>
                </a:rPr>
                <a:t>Trend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820465" y="4154329"/>
              <a:ext cx="746045" cy="1544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CD6AFB"/>
                  </a:solidFill>
                  <a:latin typeface="Roboto"/>
                </a:rPr>
                <a:t>Identification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12050" y="4495255"/>
            <a:ext cx="3690257" cy="9525"/>
          </a:xfrm>
          <a:custGeom>
            <a:avLst/>
            <a:gdLst/>
            <a:ahLst/>
            <a:cxnLst/>
            <a:rect l="0" t="0" r="0" b="0"/>
            <a:pathLst>
              <a:path w="3690257" h="9525">
                <a:moveTo>
                  <a:pt x="0" y="0"/>
                </a:moveTo>
                <a:lnTo>
                  <a:pt x="2214154" y="0"/>
                </a:lnTo>
                <a:lnTo>
                  <a:pt x="3505744" y="0"/>
                </a:lnTo>
                <a:lnTo>
                  <a:pt x="3690257" y="0"/>
                </a:lnTo>
              </a:path>
            </a:pathLst>
          </a:custGeom>
          <a:noFill/>
          <a:ln w="115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92663" y="2696254"/>
            <a:ext cx="1679835" cy="1745861"/>
          </a:xfrm>
          <a:custGeom>
            <a:avLst/>
            <a:gdLst/>
            <a:ahLst/>
            <a:cxnLst/>
            <a:rect l="0" t="0" r="0" b="0"/>
            <a:pathLst>
              <a:path w="1679835" h="1745861">
                <a:moveTo>
                  <a:pt x="1535020" y="59468"/>
                </a:moveTo>
                <a:cubicBezTo>
                  <a:pt x="1534195" y="63864"/>
                  <a:pt x="1533763" y="68400"/>
                  <a:pt x="1533763" y="73036"/>
                </a:cubicBezTo>
                <a:moveTo>
                  <a:pt x="1594557" y="145050"/>
                </a:moveTo>
                <a:cubicBezTo>
                  <a:pt x="1560048" y="139227"/>
                  <a:pt x="1533763" y="109201"/>
                  <a:pt x="1533763" y="73036"/>
                </a:cubicBezTo>
                <a:moveTo>
                  <a:pt x="1533763" y="73036"/>
                </a:moveTo>
                <a:cubicBezTo>
                  <a:pt x="1533763" y="113373"/>
                  <a:pt x="1566462" y="146072"/>
                  <a:pt x="1606799" y="146072"/>
                </a:cubicBezTo>
                <a:cubicBezTo>
                  <a:pt x="1647136" y="146072"/>
                  <a:pt x="1679835" y="113373"/>
                  <a:pt x="1679835" y="73036"/>
                </a:cubicBezTo>
                <a:cubicBezTo>
                  <a:pt x="1679835" y="32699"/>
                  <a:pt x="1647136" y="0"/>
                  <a:pt x="1606799" y="0"/>
                </a:cubicBezTo>
                <a:cubicBezTo>
                  <a:pt x="1566462" y="0"/>
                  <a:pt x="1533763" y="32699"/>
                  <a:pt x="1533763" y="73036"/>
                </a:cubicBezTo>
                <a:close/>
                <a:moveTo>
                  <a:pt x="146072" y="699611"/>
                </a:moveTo>
                <a:cubicBezTo>
                  <a:pt x="186409" y="699611"/>
                  <a:pt x="219109" y="666911"/>
                  <a:pt x="219109" y="626574"/>
                </a:cubicBezTo>
                <a:cubicBezTo>
                  <a:pt x="219109" y="586238"/>
                  <a:pt x="186409" y="553538"/>
                  <a:pt x="146072" y="553538"/>
                </a:cubicBezTo>
                <a:cubicBezTo>
                  <a:pt x="105735" y="553538"/>
                  <a:pt x="73036" y="586238"/>
                  <a:pt x="73036" y="626574"/>
                </a:cubicBezTo>
                <a:cubicBezTo>
                  <a:pt x="73036" y="666911"/>
                  <a:pt x="105735" y="699611"/>
                  <a:pt x="146072" y="699611"/>
                </a:cubicBezTo>
                <a:close/>
                <a:moveTo>
                  <a:pt x="146072" y="699611"/>
                </a:moveTo>
                <a:cubicBezTo>
                  <a:pt x="138011" y="699611"/>
                  <a:pt x="130255" y="698300"/>
                  <a:pt x="123003" y="695888"/>
                </a:cubicBezTo>
                <a:moveTo>
                  <a:pt x="194258" y="681457"/>
                </a:moveTo>
                <a:cubicBezTo>
                  <a:pt x="181398" y="692755"/>
                  <a:pt x="164535" y="699611"/>
                  <a:pt x="146072" y="699611"/>
                </a:cubicBezTo>
                <a:moveTo>
                  <a:pt x="1403066" y="1107077"/>
                </a:moveTo>
                <a:cubicBezTo>
                  <a:pt x="1326638" y="1107077"/>
                  <a:pt x="1264681" y="1169034"/>
                  <a:pt x="1264681" y="1245461"/>
                </a:cubicBezTo>
                <a:cubicBezTo>
                  <a:pt x="1264681" y="1321889"/>
                  <a:pt x="1326638" y="1383846"/>
                  <a:pt x="1403066" y="1383846"/>
                </a:cubicBezTo>
                <a:cubicBezTo>
                  <a:pt x="1479494" y="1383846"/>
                  <a:pt x="1541451" y="1321889"/>
                  <a:pt x="1541451" y="1245461"/>
                </a:cubicBezTo>
                <a:cubicBezTo>
                  <a:pt x="1541451" y="1202471"/>
                  <a:pt x="1521847" y="1164059"/>
                  <a:pt x="1491092" y="1138677"/>
                </a:cubicBezTo>
                <a:moveTo>
                  <a:pt x="1403066" y="1107077"/>
                </a:moveTo>
                <a:cubicBezTo>
                  <a:pt x="1401821" y="1107077"/>
                  <a:pt x="1400581" y="1107093"/>
                  <a:pt x="1399345" y="1107126"/>
                </a:cubicBezTo>
                <a:lnTo>
                  <a:pt x="1399222" y="1107077"/>
                </a:lnTo>
                <a:lnTo>
                  <a:pt x="1420364" y="1059026"/>
                </a:lnTo>
                <a:moveTo>
                  <a:pt x="1491092" y="1138677"/>
                </a:moveTo>
                <a:cubicBezTo>
                  <a:pt x="1467170" y="1118935"/>
                  <a:pt x="1436503" y="1107077"/>
                  <a:pt x="1403066" y="1107077"/>
                </a:cubicBezTo>
                <a:moveTo>
                  <a:pt x="15376" y="1180119"/>
                </a:moveTo>
                <a:lnTo>
                  <a:pt x="61504" y="1080175"/>
                </a:lnTo>
                <a:moveTo>
                  <a:pt x="126588" y="1267405"/>
                </a:moveTo>
                <a:cubicBezTo>
                  <a:pt x="100254" y="1265043"/>
                  <a:pt x="77888" y="1262734"/>
                  <a:pt x="61504" y="1260843"/>
                </a:cubicBezTo>
                <a:lnTo>
                  <a:pt x="15376" y="1180119"/>
                </a:lnTo>
                <a:moveTo>
                  <a:pt x="15376" y="1180119"/>
                </a:moveTo>
                <a:lnTo>
                  <a:pt x="280613" y="1199333"/>
                </a:lnTo>
                <a:lnTo>
                  <a:pt x="345878" y="1280064"/>
                </a:lnTo>
                <a:moveTo>
                  <a:pt x="61504" y="1080175"/>
                </a:moveTo>
                <a:lnTo>
                  <a:pt x="365181" y="1080175"/>
                </a:lnTo>
                <a:lnTo>
                  <a:pt x="365181" y="1007128"/>
                </a:lnTo>
                <a:moveTo>
                  <a:pt x="365181" y="1007128"/>
                </a:moveTo>
                <a:cubicBezTo>
                  <a:pt x="299833" y="1008409"/>
                  <a:pt x="131465" y="1014051"/>
                  <a:pt x="103788" y="1026352"/>
                </a:cubicBezTo>
                <a:cubicBezTo>
                  <a:pt x="86490" y="1034040"/>
                  <a:pt x="69192" y="1064792"/>
                  <a:pt x="61504" y="1080175"/>
                </a:cubicBezTo>
                <a:moveTo>
                  <a:pt x="822619" y="1287509"/>
                </a:moveTo>
                <a:cubicBezTo>
                  <a:pt x="718618" y="1285319"/>
                  <a:pt x="524104" y="1277653"/>
                  <a:pt x="422841" y="1280064"/>
                </a:cubicBezTo>
                <a:cubicBezTo>
                  <a:pt x="398198" y="1280650"/>
                  <a:pt x="372231" y="1280593"/>
                  <a:pt x="345878" y="1280064"/>
                </a:cubicBezTo>
                <a:moveTo>
                  <a:pt x="345878" y="1280064"/>
                </a:moveTo>
                <a:cubicBezTo>
                  <a:pt x="268075" y="1278500"/>
                  <a:pt x="186916" y="1272814"/>
                  <a:pt x="126588" y="1267405"/>
                </a:cubicBezTo>
                <a:moveTo>
                  <a:pt x="730363" y="1003288"/>
                </a:moveTo>
                <a:lnTo>
                  <a:pt x="684235" y="1226241"/>
                </a:lnTo>
                <a:cubicBezTo>
                  <a:pt x="588903" y="1235467"/>
                  <a:pt x="475376" y="1230085"/>
                  <a:pt x="430529" y="1226241"/>
                </a:cubicBezTo>
                <a:lnTo>
                  <a:pt x="430529" y="1003288"/>
                </a:lnTo>
                <a:moveTo>
                  <a:pt x="730363" y="1003288"/>
                </a:moveTo>
                <a:lnTo>
                  <a:pt x="665015" y="814931"/>
                </a:lnTo>
                <a:cubicBezTo>
                  <a:pt x="625293" y="814931"/>
                  <a:pt x="522786" y="818006"/>
                  <a:pt x="430529" y="830307"/>
                </a:cubicBezTo>
                <a:lnTo>
                  <a:pt x="430529" y="1003288"/>
                </a:lnTo>
                <a:moveTo>
                  <a:pt x="430529" y="1003288"/>
                </a:moveTo>
                <a:lnTo>
                  <a:pt x="634262" y="1003288"/>
                </a:lnTo>
                <a:lnTo>
                  <a:pt x="691923" y="1003288"/>
                </a:lnTo>
                <a:lnTo>
                  <a:pt x="730363" y="1003288"/>
                </a:lnTo>
                <a:moveTo>
                  <a:pt x="365181" y="1007128"/>
                </a:moveTo>
                <a:lnTo>
                  <a:pt x="365181" y="861060"/>
                </a:lnTo>
                <a:lnTo>
                  <a:pt x="330585" y="853371"/>
                </a:lnTo>
                <a:lnTo>
                  <a:pt x="326741" y="788029"/>
                </a:lnTo>
                <a:cubicBezTo>
                  <a:pt x="400546" y="754202"/>
                  <a:pt x="613761" y="755996"/>
                  <a:pt x="711143" y="761121"/>
                </a:cubicBezTo>
                <a:lnTo>
                  <a:pt x="795711" y="999450"/>
                </a:lnTo>
                <a:lnTo>
                  <a:pt x="839784" y="1143163"/>
                </a:lnTo>
                <a:lnTo>
                  <a:pt x="884124" y="1287745"/>
                </a:lnTo>
                <a:cubicBezTo>
                  <a:pt x="873054" y="1288299"/>
                  <a:pt x="851271" y="1288111"/>
                  <a:pt x="822619" y="1287509"/>
                </a:cubicBezTo>
                <a:moveTo>
                  <a:pt x="80724" y="1391534"/>
                </a:moveTo>
                <a:cubicBezTo>
                  <a:pt x="91164" y="1330030"/>
                  <a:pt x="126588" y="1267405"/>
                  <a:pt x="126588" y="1267405"/>
                </a:cubicBezTo>
                <a:moveTo>
                  <a:pt x="80724" y="1391534"/>
                </a:moveTo>
                <a:lnTo>
                  <a:pt x="7688" y="1403066"/>
                </a:lnTo>
                <a:cubicBezTo>
                  <a:pt x="4612" y="1436893"/>
                  <a:pt x="14094" y="1458164"/>
                  <a:pt x="19220" y="1464570"/>
                </a:cubicBezTo>
                <a:cubicBezTo>
                  <a:pt x="471276" y="1406141"/>
                  <a:pt x="863622" y="1440225"/>
                  <a:pt x="1003288" y="1464570"/>
                </a:cubicBezTo>
                <a:cubicBezTo>
                  <a:pt x="1015589" y="1439969"/>
                  <a:pt x="1013539" y="1410754"/>
                  <a:pt x="1010976" y="1399222"/>
                </a:cubicBezTo>
                <a:lnTo>
                  <a:pt x="937940" y="1391534"/>
                </a:lnTo>
                <a:moveTo>
                  <a:pt x="80724" y="1391534"/>
                </a:moveTo>
                <a:cubicBezTo>
                  <a:pt x="219109" y="1378720"/>
                  <a:pt x="584290" y="1360782"/>
                  <a:pt x="937940" y="1391534"/>
                </a:cubicBezTo>
                <a:moveTo>
                  <a:pt x="822619" y="1287509"/>
                </a:moveTo>
                <a:cubicBezTo>
                  <a:pt x="836714" y="1297759"/>
                  <a:pt x="925639" y="1354631"/>
                  <a:pt x="937940" y="1391534"/>
                </a:cubicBezTo>
                <a:moveTo>
                  <a:pt x="49020" y="1620883"/>
                </a:moveTo>
                <a:cubicBezTo>
                  <a:pt x="38791" y="1627753"/>
                  <a:pt x="31460" y="1638159"/>
                  <a:pt x="28436" y="1650104"/>
                </a:cubicBezTo>
                <a:cubicBezTo>
                  <a:pt x="25412" y="1662049"/>
                  <a:pt x="26908" y="1674690"/>
                  <a:pt x="32635" y="1685599"/>
                </a:cubicBezTo>
                <a:cubicBezTo>
                  <a:pt x="38363" y="1696508"/>
                  <a:pt x="47919" y="1704918"/>
                  <a:pt x="59469" y="1709211"/>
                </a:cubicBezTo>
                <a:cubicBezTo>
                  <a:pt x="71019" y="1713503"/>
                  <a:pt x="83747" y="1713378"/>
                  <a:pt x="95210" y="1708858"/>
                </a:cubicBezTo>
                <a:moveTo>
                  <a:pt x="91164" y="1614487"/>
                </a:moveTo>
                <a:cubicBezTo>
                  <a:pt x="97453" y="1616363"/>
                  <a:pt x="103311" y="1619459"/>
                  <a:pt x="108402" y="1623599"/>
                </a:cubicBezTo>
                <a:cubicBezTo>
                  <a:pt x="113495" y="1627738"/>
                  <a:pt x="117722" y="1632840"/>
                  <a:pt x="120842" y="1638614"/>
                </a:cubicBezTo>
                <a:cubicBezTo>
                  <a:pt x="123962" y="1644386"/>
                  <a:pt x="125915" y="1650718"/>
                  <a:pt x="126588" y="1657246"/>
                </a:cubicBezTo>
                <a:cubicBezTo>
                  <a:pt x="127262" y="1663773"/>
                  <a:pt x="126643" y="1670370"/>
                  <a:pt x="124767" y="1676659"/>
                </a:cubicBezTo>
                <a:moveTo>
                  <a:pt x="775601" y="1573932"/>
                </a:moveTo>
                <a:cubicBezTo>
                  <a:pt x="764138" y="1569412"/>
                  <a:pt x="751410" y="1569287"/>
                  <a:pt x="739860" y="1573580"/>
                </a:cubicBezTo>
                <a:cubicBezTo>
                  <a:pt x="728310" y="1577873"/>
                  <a:pt x="718754" y="1586282"/>
                  <a:pt x="713026" y="1597191"/>
                </a:cubicBezTo>
                <a:cubicBezTo>
                  <a:pt x="707299" y="1608100"/>
                  <a:pt x="705803" y="1620741"/>
                  <a:pt x="708827" y="1632686"/>
                </a:cubicBezTo>
                <a:cubicBezTo>
                  <a:pt x="711852" y="1644631"/>
                  <a:pt x="719182" y="1655038"/>
                  <a:pt x="729411" y="1661907"/>
                </a:cubicBezTo>
                <a:moveTo>
                  <a:pt x="805158" y="1606132"/>
                </a:moveTo>
                <a:cubicBezTo>
                  <a:pt x="807034" y="1612420"/>
                  <a:pt x="807653" y="1619017"/>
                  <a:pt x="806980" y="1625545"/>
                </a:cubicBezTo>
                <a:cubicBezTo>
                  <a:pt x="806306" y="1632073"/>
                  <a:pt x="804353" y="1638404"/>
                  <a:pt x="801233" y="1644177"/>
                </a:cubicBezTo>
                <a:cubicBezTo>
                  <a:pt x="798113" y="1649950"/>
                  <a:pt x="793886" y="1655052"/>
                  <a:pt x="788793" y="1659191"/>
                </a:cubicBezTo>
                <a:cubicBezTo>
                  <a:pt x="783702" y="1663331"/>
                  <a:pt x="777844" y="1666427"/>
                  <a:pt x="771555" y="1668303"/>
                </a:cubicBezTo>
                <a:moveTo>
                  <a:pt x="215694" y="1652371"/>
                </a:moveTo>
                <a:cubicBezTo>
                  <a:pt x="208361" y="1642468"/>
                  <a:pt x="204946" y="1630206"/>
                  <a:pt x="206103" y="1617939"/>
                </a:cubicBezTo>
                <a:cubicBezTo>
                  <a:pt x="207260" y="1605672"/>
                  <a:pt x="212910" y="1594264"/>
                  <a:pt x="221965" y="1585908"/>
                </a:cubicBezTo>
                <a:cubicBezTo>
                  <a:pt x="231020" y="1577552"/>
                  <a:pt x="242843" y="1572836"/>
                  <a:pt x="255164" y="1572666"/>
                </a:cubicBezTo>
                <a:cubicBezTo>
                  <a:pt x="267484" y="1572496"/>
                  <a:pt x="279433" y="1576882"/>
                  <a:pt x="288716" y="1584986"/>
                </a:cubicBezTo>
                <a:moveTo>
                  <a:pt x="254447" y="1672587"/>
                </a:moveTo>
                <a:cubicBezTo>
                  <a:pt x="261006" y="1672772"/>
                  <a:pt x="267538" y="1671662"/>
                  <a:pt x="273669" y="1669322"/>
                </a:cubicBezTo>
                <a:cubicBezTo>
                  <a:pt x="279800" y="1666982"/>
                  <a:pt x="285410" y="1663457"/>
                  <a:pt x="290179" y="1658949"/>
                </a:cubicBezTo>
                <a:cubicBezTo>
                  <a:pt x="294948" y="1654440"/>
                  <a:pt x="298782" y="1649037"/>
                  <a:pt x="301463" y="1643047"/>
                </a:cubicBezTo>
                <a:cubicBezTo>
                  <a:pt x="304144" y="1637057"/>
                  <a:pt x="305618" y="1630598"/>
                  <a:pt x="305802" y="1624038"/>
                </a:cubicBezTo>
                <a:moveTo>
                  <a:pt x="969107" y="1697804"/>
                </a:moveTo>
                <a:cubicBezTo>
                  <a:pt x="959824" y="1705907"/>
                  <a:pt x="947875" y="1710295"/>
                  <a:pt x="935555" y="1710125"/>
                </a:cubicBezTo>
                <a:cubicBezTo>
                  <a:pt x="923234" y="1709954"/>
                  <a:pt x="911411" y="1705238"/>
                  <a:pt x="902356" y="1696882"/>
                </a:cubicBezTo>
                <a:cubicBezTo>
                  <a:pt x="893301" y="1688526"/>
                  <a:pt x="887652" y="1677118"/>
                  <a:pt x="886494" y="1664851"/>
                </a:cubicBezTo>
                <a:cubicBezTo>
                  <a:pt x="885337" y="1652584"/>
                  <a:pt x="888752" y="1640322"/>
                  <a:pt x="896085" y="1630420"/>
                </a:cubicBezTo>
                <a:moveTo>
                  <a:pt x="986193" y="1658752"/>
                </a:moveTo>
                <a:cubicBezTo>
                  <a:pt x="986009" y="1652192"/>
                  <a:pt x="984535" y="1645733"/>
                  <a:pt x="981854" y="1639743"/>
                </a:cubicBezTo>
                <a:cubicBezTo>
                  <a:pt x="979173" y="1633753"/>
                  <a:pt x="975339" y="1628350"/>
                  <a:pt x="970570" y="1623842"/>
                </a:cubicBezTo>
                <a:cubicBezTo>
                  <a:pt x="965801" y="1619334"/>
                  <a:pt x="960191" y="1615809"/>
                  <a:pt x="954060" y="1613468"/>
                </a:cubicBezTo>
                <a:cubicBezTo>
                  <a:pt x="947929" y="1611128"/>
                  <a:pt x="941397" y="1610019"/>
                  <a:pt x="934838" y="1610203"/>
                </a:cubicBezTo>
                <a:moveTo>
                  <a:pt x="638106" y="1617939"/>
                </a:moveTo>
                <a:lnTo>
                  <a:pt x="638106" y="1572199"/>
                </a:lnTo>
                <a:lnTo>
                  <a:pt x="380557" y="1572199"/>
                </a:lnTo>
                <a:lnTo>
                  <a:pt x="380557" y="1617939"/>
                </a:lnTo>
                <a:moveTo>
                  <a:pt x="380557" y="1617939"/>
                </a:moveTo>
                <a:lnTo>
                  <a:pt x="638106" y="1617939"/>
                </a:lnTo>
                <a:moveTo>
                  <a:pt x="638106" y="1617939"/>
                </a:moveTo>
                <a:lnTo>
                  <a:pt x="638106" y="1660417"/>
                </a:lnTo>
                <a:moveTo>
                  <a:pt x="380557" y="1617939"/>
                </a:moveTo>
                <a:lnTo>
                  <a:pt x="380557" y="1660417"/>
                </a:lnTo>
                <a:moveTo>
                  <a:pt x="380557" y="1660417"/>
                </a:moveTo>
                <a:lnTo>
                  <a:pt x="380557" y="1702896"/>
                </a:lnTo>
                <a:lnTo>
                  <a:pt x="638106" y="1702896"/>
                </a:lnTo>
                <a:lnTo>
                  <a:pt x="638106" y="1660417"/>
                </a:lnTo>
                <a:moveTo>
                  <a:pt x="638106" y="1660417"/>
                </a:moveTo>
                <a:lnTo>
                  <a:pt x="380557" y="1660417"/>
                </a:lnTo>
                <a:moveTo>
                  <a:pt x="1420364" y="1059026"/>
                </a:moveTo>
                <a:lnTo>
                  <a:pt x="1441506" y="1010976"/>
                </a:lnTo>
                <a:lnTo>
                  <a:pt x="1529919" y="1045572"/>
                </a:lnTo>
                <a:lnTo>
                  <a:pt x="1513091" y="1094368"/>
                </a:lnTo>
                <a:moveTo>
                  <a:pt x="1513091" y="1094368"/>
                </a:moveTo>
                <a:lnTo>
                  <a:pt x="1420364" y="1059026"/>
                </a:lnTo>
                <a:moveTo>
                  <a:pt x="1513091" y="1094368"/>
                </a:moveTo>
                <a:lnTo>
                  <a:pt x="1496264" y="1143163"/>
                </a:lnTo>
                <a:cubicBezTo>
                  <a:pt x="1494577" y="1141627"/>
                  <a:pt x="1492853" y="1140130"/>
                  <a:pt x="1491092" y="1138677"/>
                </a:cubicBezTo>
                <a:moveTo>
                  <a:pt x="488190" y="1076325"/>
                </a:moveTo>
                <a:lnTo>
                  <a:pt x="557382" y="1076325"/>
                </a:lnTo>
                <a:lnTo>
                  <a:pt x="557382" y="1049416"/>
                </a:lnTo>
                <a:lnTo>
                  <a:pt x="488190" y="1049416"/>
                </a:lnTo>
                <a:close/>
                <a:moveTo>
                  <a:pt x="153760" y="1660615"/>
                </a:moveTo>
                <a:cubicBezTo>
                  <a:pt x="153760" y="1703075"/>
                  <a:pt x="119339" y="1737496"/>
                  <a:pt x="76880" y="1737496"/>
                </a:cubicBezTo>
                <a:cubicBezTo>
                  <a:pt x="34420" y="1737496"/>
                  <a:pt x="0" y="1703075"/>
                  <a:pt x="0" y="1660615"/>
                </a:cubicBezTo>
                <a:cubicBezTo>
                  <a:pt x="0" y="1618156"/>
                  <a:pt x="34420" y="1583735"/>
                  <a:pt x="76880" y="1583735"/>
                </a:cubicBezTo>
                <a:cubicBezTo>
                  <a:pt x="119339" y="1583735"/>
                  <a:pt x="153760" y="1618156"/>
                  <a:pt x="153760" y="1660615"/>
                </a:cubicBezTo>
                <a:close/>
                <a:moveTo>
                  <a:pt x="834151" y="1622175"/>
                </a:moveTo>
                <a:cubicBezTo>
                  <a:pt x="834151" y="1579716"/>
                  <a:pt x="799730" y="1545295"/>
                  <a:pt x="757271" y="1545295"/>
                </a:cubicBezTo>
                <a:cubicBezTo>
                  <a:pt x="714812" y="1545295"/>
                  <a:pt x="680391" y="1579716"/>
                  <a:pt x="680391" y="1622175"/>
                </a:cubicBezTo>
                <a:cubicBezTo>
                  <a:pt x="680391" y="1664635"/>
                  <a:pt x="714812" y="1699055"/>
                  <a:pt x="757271" y="1699055"/>
                </a:cubicBezTo>
                <a:cubicBezTo>
                  <a:pt x="799730" y="1699055"/>
                  <a:pt x="834151" y="1664635"/>
                  <a:pt x="834151" y="1622175"/>
                </a:cubicBezTo>
                <a:close/>
                <a:moveTo>
                  <a:pt x="277447" y="1696440"/>
                </a:moveTo>
                <a:cubicBezTo>
                  <a:pt x="236434" y="1707429"/>
                  <a:pt x="194278" y="1683090"/>
                  <a:pt x="183288" y="1642077"/>
                </a:cubicBezTo>
                <a:cubicBezTo>
                  <a:pt x="172298" y="1601064"/>
                  <a:pt x="196637" y="1558908"/>
                  <a:pt x="237651" y="1547919"/>
                </a:cubicBezTo>
                <a:cubicBezTo>
                  <a:pt x="278664" y="1536929"/>
                  <a:pt x="320820" y="1561268"/>
                  <a:pt x="331810" y="1602281"/>
                </a:cubicBezTo>
                <a:cubicBezTo>
                  <a:pt x="342799" y="1643294"/>
                  <a:pt x="318459" y="1685451"/>
                  <a:pt x="277447" y="1696440"/>
                </a:cubicBezTo>
                <a:close/>
                <a:moveTo>
                  <a:pt x="957838" y="1586350"/>
                </a:moveTo>
                <a:cubicBezTo>
                  <a:pt x="916825" y="1575361"/>
                  <a:pt x="874669" y="1599700"/>
                  <a:pt x="863679" y="1640713"/>
                </a:cubicBezTo>
                <a:cubicBezTo>
                  <a:pt x="852690" y="1681726"/>
                  <a:pt x="877028" y="1723882"/>
                  <a:pt x="918042" y="1734872"/>
                </a:cubicBezTo>
                <a:cubicBezTo>
                  <a:pt x="959055" y="1745861"/>
                  <a:pt x="1001211" y="1721522"/>
                  <a:pt x="1012201" y="1680510"/>
                </a:cubicBezTo>
                <a:cubicBezTo>
                  <a:pt x="1023190" y="1639496"/>
                  <a:pt x="998851" y="1597340"/>
                  <a:pt x="957838" y="1586350"/>
                </a:cubicBezTo>
                <a:close/>
              </a:path>
            </a:pathLst>
          </a:custGeom>
          <a:noFill/>
          <a:ln w="115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04140" y="2761603"/>
            <a:ext cx="1564515" cy="1230085"/>
          </a:xfrm>
          <a:custGeom>
            <a:avLst/>
            <a:gdLst/>
            <a:ahLst/>
            <a:cxnLst/>
            <a:rect l="0" t="0" r="0" b="0"/>
            <a:pathLst>
              <a:path w="1564515" h="1230085">
                <a:moveTo>
                  <a:pt x="1422286" y="0"/>
                </a:moveTo>
                <a:lnTo>
                  <a:pt x="1264681" y="65348"/>
                </a:lnTo>
                <a:lnTo>
                  <a:pt x="1176269" y="196044"/>
                </a:lnTo>
                <a:moveTo>
                  <a:pt x="684235" y="941790"/>
                </a:moveTo>
                <a:lnTo>
                  <a:pt x="775017" y="804713"/>
                </a:lnTo>
                <a:moveTo>
                  <a:pt x="684235" y="941790"/>
                </a:moveTo>
                <a:lnTo>
                  <a:pt x="964201" y="922564"/>
                </a:lnTo>
                <a:moveTo>
                  <a:pt x="684235" y="941790"/>
                </a:moveTo>
                <a:lnTo>
                  <a:pt x="728308" y="1085503"/>
                </a:lnTo>
                <a:moveTo>
                  <a:pt x="1436246" y="164739"/>
                </a:moveTo>
                <a:lnTo>
                  <a:pt x="1483790" y="88412"/>
                </a:lnTo>
                <a:moveTo>
                  <a:pt x="1564515" y="38440"/>
                </a:moveTo>
                <a:cubicBezTo>
                  <a:pt x="1558108" y="151198"/>
                  <a:pt x="1531456" y="430530"/>
                  <a:pt x="1476102" y="645795"/>
                </a:cubicBezTo>
                <a:cubicBezTo>
                  <a:pt x="1420749" y="861060"/>
                  <a:pt x="1386408" y="950754"/>
                  <a:pt x="1376158" y="968692"/>
                </a:cubicBezTo>
                <a:moveTo>
                  <a:pt x="80724" y="511254"/>
                </a:moveTo>
                <a:lnTo>
                  <a:pt x="1303122" y="48915"/>
                </a:lnTo>
                <a:lnTo>
                  <a:pt x="1337718" y="322897"/>
                </a:lnTo>
                <a:moveTo>
                  <a:pt x="11527" y="638228"/>
                </a:moveTo>
                <a:lnTo>
                  <a:pt x="8546" y="722675"/>
                </a:lnTo>
                <a:moveTo>
                  <a:pt x="82781" y="623797"/>
                </a:moveTo>
                <a:lnTo>
                  <a:pt x="150945" y="786632"/>
                </a:lnTo>
                <a:moveTo>
                  <a:pt x="217389" y="949588"/>
                </a:moveTo>
                <a:lnTo>
                  <a:pt x="219109" y="949467"/>
                </a:lnTo>
                <a:lnTo>
                  <a:pt x="150945" y="786632"/>
                </a:lnTo>
                <a:moveTo>
                  <a:pt x="8546" y="722675"/>
                </a:moveTo>
                <a:lnTo>
                  <a:pt x="0" y="964843"/>
                </a:lnTo>
                <a:lnTo>
                  <a:pt x="150945" y="786632"/>
                </a:lnTo>
                <a:moveTo>
                  <a:pt x="150945" y="786632"/>
                </a:moveTo>
                <a:lnTo>
                  <a:pt x="8546" y="722675"/>
                </a:lnTo>
                <a:moveTo>
                  <a:pt x="859094" y="1085503"/>
                </a:moveTo>
                <a:lnTo>
                  <a:pt x="772647" y="1230085"/>
                </a:lnTo>
                <a:lnTo>
                  <a:pt x="728308" y="1085503"/>
                </a:lnTo>
                <a:moveTo>
                  <a:pt x="859094" y="1085503"/>
                </a:moveTo>
                <a:lnTo>
                  <a:pt x="775017" y="804713"/>
                </a:lnTo>
                <a:moveTo>
                  <a:pt x="859094" y="1085503"/>
                </a:moveTo>
                <a:lnTo>
                  <a:pt x="964201" y="922564"/>
                </a:lnTo>
                <a:moveTo>
                  <a:pt x="728308" y="1085503"/>
                </a:moveTo>
                <a:lnTo>
                  <a:pt x="859094" y="1085503"/>
                </a:lnTo>
                <a:moveTo>
                  <a:pt x="775017" y="804713"/>
                </a:moveTo>
                <a:lnTo>
                  <a:pt x="1057104" y="772647"/>
                </a:lnTo>
                <a:moveTo>
                  <a:pt x="775017" y="804713"/>
                </a:moveTo>
                <a:lnTo>
                  <a:pt x="876702" y="651175"/>
                </a:lnTo>
                <a:moveTo>
                  <a:pt x="1057104" y="772647"/>
                </a:moveTo>
                <a:lnTo>
                  <a:pt x="978386" y="497638"/>
                </a:lnTo>
                <a:moveTo>
                  <a:pt x="1057104" y="772647"/>
                </a:moveTo>
                <a:lnTo>
                  <a:pt x="964201" y="922564"/>
                </a:lnTo>
                <a:moveTo>
                  <a:pt x="1057104" y="772647"/>
                </a:moveTo>
                <a:lnTo>
                  <a:pt x="1153205" y="619135"/>
                </a:lnTo>
                <a:moveTo>
                  <a:pt x="1244277" y="472929"/>
                </a:moveTo>
                <a:lnTo>
                  <a:pt x="978386" y="497638"/>
                </a:lnTo>
                <a:moveTo>
                  <a:pt x="978386" y="497638"/>
                </a:moveTo>
                <a:lnTo>
                  <a:pt x="876702" y="651175"/>
                </a:lnTo>
                <a:moveTo>
                  <a:pt x="1080880" y="342879"/>
                </a:moveTo>
                <a:lnTo>
                  <a:pt x="978386" y="497638"/>
                </a:lnTo>
                <a:moveTo>
                  <a:pt x="1244277" y="472929"/>
                </a:moveTo>
                <a:lnTo>
                  <a:pt x="1176269" y="196044"/>
                </a:lnTo>
                <a:moveTo>
                  <a:pt x="1244277" y="472929"/>
                </a:moveTo>
                <a:lnTo>
                  <a:pt x="1153205" y="619135"/>
                </a:lnTo>
                <a:moveTo>
                  <a:pt x="1337718" y="322897"/>
                </a:moveTo>
                <a:lnTo>
                  <a:pt x="1244277" y="472929"/>
                </a:lnTo>
                <a:moveTo>
                  <a:pt x="1176269" y="196044"/>
                </a:moveTo>
                <a:lnTo>
                  <a:pt x="1436246" y="164739"/>
                </a:lnTo>
                <a:moveTo>
                  <a:pt x="1176269" y="196044"/>
                </a:moveTo>
                <a:lnTo>
                  <a:pt x="1080880" y="342879"/>
                </a:lnTo>
                <a:moveTo>
                  <a:pt x="1436246" y="164739"/>
                </a:moveTo>
                <a:lnTo>
                  <a:pt x="1337718" y="322897"/>
                </a:lnTo>
                <a:moveTo>
                  <a:pt x="964201" y="922564"/>
                </a:moveTo>
                <a:lnTo>
                  <a:pt x="876702" y="651175"/>
                </a:lnTo>
                <a:moveTo>
                  <a:pt x="876702" y="651175"/>
                </a:moveTo>
                <a:lnTo>
                  <a:pt x="1153205" y="619135"/>
                </a:lnTo>
                <a:moveTo>
                  <a:pt x="1153205" y="619135"/>
                </a:moveTo>
                <a:lnTo>
                  <a:pt x="1080880" y="342879"/>
                </a:lnTo>
                <a:moveTo>
                  <a:pt x="1337718" y="322897"/>
                </a:moveTo>
                <a:lnTo>
                  <a:pt x="1080880" y="342879"/>
                </a:lnTo>
                <a:moveTo>
                  <a:pt x="1207021" y="1049416"/>
                </a:moveTo>
                <a:cubicBezTo>
                  <a:pt x="1187801" y="1037884"/>
                  <a:pt x="1164737" y="1022508"/>
                  <a:pt x="1145517" y="1003288"/>
                </a:cubicBezTo>
                <a:moveTo>
                  <a:pt x="1145517" y="1080169"/>
                </a:moveTo>
                <a:cubicBezTo>
                  <a:pt x="1129652" y="1069405"/>
                  <a:pt x="1095545" y="1045572"/>
                  <a:pt x="1068636" y="1018664"/>
                </a:cubicBezTo>
                <a:moveTo>
                  <a:pt x="1121137" y="1220457"/>
                </a:moveTo>
                <a:cubicBezTo>
                  <a:pt x="1097753" y="1207710"/>
                  <a:pt x="1042479" y="1173726"/>
                  <a:pt x="1008448" y="1139769"/>
                </a:cubicBezTo>
                <a:moveTo>
                  <a:pt x="986178" y="1029427"/>
                </a:moveTo>
                <a:cubicBezTo>
                  <a:pt x="977245" y="1020829"/>
                  <a:pt x="968756" y="1012073"/>
                  <a:pt x="961004" y="1003288"/>
                </a:cubicBezTo>
                <a:moveTo>
                  <a:pt x="1122453" y="1133985"/>
                </a:moveTo>
                <a:cubicBezTo>
                  <a:pt x="1098544" y="1119394"/>
                  <a:pt x="1051142" y="1087152"/>
                  <a:pt x="1008093" y="1049498"/>
                </a:cubicBezTo>
                <a:moveTo>
                  <a:pt x="1124562" y="983299"/>
                </a:moveTo>
                <a:cubicBezTo>
                  <a:pt x="1115630" y="974701"/>
                  <a:pt x="1107140" y="965945"/>
                  <a:pt x="1099389" y="957160"/>
                </a:cubicBezTo>
              </a:path>
            </a:pathLst>
          </a:custGeom>
          <a:noFill/>
          <a:ln w="1152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3926204" y="1758469"/>
            <a:ext cx="1291590" cy="891773"/>
            <a:chOff x="3926204" y="1758469"/>
            <a:chExt cx="1291590" cy="891773"/>
          </a:xfrm>
        </p:grpSpPr>
        <p:sp>
          <p:nvSpPr>
            <p:cNvPr id="5" name="Rounded Rectangle 4"/>
            <p:cNvSpPr/>
            <p:nvPr/>
          </p:nvSpPr>
          <p:spPr>
            <a:xfrm>
              <a:off x="4072277" y="2444663"/>
              <a:ext cx="1001150" cy="128722"/>
            </a:xfrm>
            <a:custGeom>
              <a:avLst/>
              <a:gdLst/>
              <a:ahLst/>
              <a:cxnLst/>
              <a:rect l="0" t="0" r="0" b="0"/>
              <a:pathLst>
                <a:path w="1001150" h="128722">
                  <a:moveTo>
                    <a:pt x="0" y="128722"/>
                  </a:moveTo>
                  <a:lnTo>
                    <a:pt x="0" y="90282"/>
                  </a:lnTo>
                  <a:lnTo>
                    <a:pt x="995600" y="90282"/>
                  </a:lnTo>
                  <a:lnTo>
                    <a:pt x="995600" y="128722"/>
                  </a:lnTo>
                  <a:lnTo>
                    <a:pt x="0" y="128722"/>
                  </a:lnTo>
                  <a:close/>
                  <a:moveTo>
                    <a:pt x="29671" y="22710"/>
                  </a:moveTo>
                  <a:cubicBezTo>
                    <a:pt x="11139" y="41487"/>
                    <a:pt x="37085" y="79022"/>
                    <a:pt x="40791" y="90282"/>
                  </a:cubicBezTo>
                  <a:lnTo>
                    <a:pt x="63031" y="90282"/>
                  </a:lnTo>
                  <a:cubicBezTo>
                    <a:pt x="63031" y="90282"/>
                    <a:pt x="61683" y="71512"/>
                    <a:pt x="66738" y="60250"/>
                  </a:cubicBezTo>
                  <a:cubicBezTo>
                    <a:pt x="85271" y="18956"/>
                    <a:pt x="74151" y="18956"/>
                    <a:pt x="66738" y="30218"/>
                  </a:cubicBezTo>
                  <a:cubicBezTo>
                    <a:pt x="60807" y="39228"/>
                    <a:pt x="55618" y="48995"/>
                    <a:pt x="51911" y="48988"/>
                  </a:cubicBezTo>
                  <a:cubicBezTo>
                    <a:pt x="48205" y="48979"/>
                    <a:pt x="39106" y="13151"/>
                    <a:pt x="29671" y="22710"/>
                  </a:cubicBezTo>
                  <a:close/>
                  <a:moveTo>
                    <a:pt x="152680" y="22710"/>
                  </a:moveTo>
                  <a:cubicBezTo>
                    <a:pt x="134147" y="41487"/>
                    <a:pt x="160094" y="79022"/>
                    <a:pt x="163800" y="90282"/>
                  </a:cubicBezTo>
                  <a:lnTo>
                    <a:pt x="186040" y="90282"/>
                  </a:lnTo>
                  <a:cubicBezTo>
                    <a:pt x="186040" y="90282"/>
                    <a:pt x="184691" y="71512"/>
                    <a:pt x="189746" y="60250"/>
                  </a:cubicBezTo>
                  <a:cubicBezTo>
                    <a:pt x="208279" y="18956"/>
                    <a:pt x="197159" y="5986"/>
                    <a:pt x="189746" y="17248"/>
                  </a:cubicBezTo>
                  <a:cubicBezTo>
                    <a:pt x="183816" y="26257"/>
                    <a:pt x="178626" y="48995"/>
                    <a:pt x="174920" y="48988"/>
                  </a:cubicBezTo>
                  <a:cubicBezTo>
                    <a:pt x="171214" y="48979"/>
                    <a:pt x="162115" y="13151"/>
                    <a:pt x="152680" y="22710"/>
                  </a:cubicBezTo>
                  <a:close/>
                  <a:moveTo>
                    <a:pt x="118288" y="37726"/>
                  </a:moveTo>
                  <a:cubicBezTo>
                    <a:pt x="131526" y="52330"/>
                    <a:pt x="112993" y="81524"/>
                    <a:pt x="110345" y="90282"/>
                  </a:cubicBezTo>
                  <a:lnTo>
                    <a:pt x="94460" y="90282"/>
                  </a:lnTo>
                  <a:cubicBezTo>
                    <a:pt x="94460" y="90282"/>
                    <a:pt x="95423" y="75683"/>
                    <a:pt x="91812" y="66924"/>
                  </a:cubicBezTo>
                  <a:cubicBezTo>
                    <a:pt x="78574" y="34806"/>
                    <a:pt x="86518" y="34806"/>
                    <a:pt x="91812" y="43565"/>
                  </a:cubicBezTo>
                  <a:cubicBezTo>
                    <a:pt x="96048" y="50573"/>
                    <a:pt x="99755" y="58170"/>
                    <a:pt x="102403" y="58164"/>
                  </a:cubicBezTo>
                  <a:cubicBezTo>
                    <a:pt x="105050" y="58158"/>
                    <a:pt x="111549" y="30291"/>
                    <a:pt x="118288" y="37726"/>
                  </a:cubicBezTo>
                  <a:close/>
                  <a:moveTo>
                    <a:pt x="242173" y="48988"/>
                  </a:moveTo>
                  <a:cubicBezTo>
                    <a:pt x="255411" y="63593"/>
                    <a:pt x="236001" y="81524"/>
                    <a:pt x="233354" y="90282"/>
                  </a:cubicBezTo>
                  <a:lnTo>
                    <a:pt x="217469" y="90282"/>
                  </a:lnTo>
                  <a:cubicBezTo>
                    <a:pt x="217469" y="90282"/>
                    <a:pt x="218431" y="75683"/>
                    <a:pt x="214821" y="66924"/>
                  </a:cubicBezTo>
                  <a:cubicBezTo>
                    <a:pt x="201583" y="34806"/>
                    <a:pt x="212173" y="34806"/>
                    <a:pt x="217469" y="43565"/>
                  </a:cubicBezTo>
                  <a:cubicBezTo>
                    <a:pt x="221705" y="50573"/>
                    <a:pt x="222763" y="58170"/>
                    <a:pt x="225411" y="58164"/>
                  </a:cubicBezTo>
                  <a:cubicBezTo>
                    <a:pt x="228059" y="58158"/>
                    <a:pt x="235433" y="41553"/>
                    <a:pt x="242173" y="48988"/>
                  </a:cubicBezTo>
                  <a:close/>
                  <a:moveTo>
                    <a:pt x="269081" y="9559"/>
                  </a:moveTo>
                  <a:cubicBezTo>
                    <a:pt x="250548" y="28336"/>
                    <a:pt x="275414" y="79022"/>
                    <a:pt x="279121" y="90282"/>
                  </a:cubicBezTo>
                  <a:lnTo>
                    <a:pt x="301360" y="90282"/>
                  </a:lnTo>
                  <a:cubicBezTo>
                    <a:pt x="301360" y="90282"/>
                    <a:pt x="300012" y="71512"/>
                    <a:pt x="305067" y="60250"/>
                  </a:cubicBezTo>
                  <a:cubicBezTo>
                    <a:pt x="323600" y="18956"/>
                    <a:pt x="312480" y="18956"/>
                    <a:pt x="305067" y="30218"/>
                  </a:cubicBezTo>
                  <a:cubicBezTo>
                    <a:pt x="299136" y="39228"/>
                    <a:pt x="293947" y="48995"/>
                    <a:pt x="290241" y="48988"/>
                  </a:cubicBezTo>
                  <a:cubicBezTo>
                    <a:pt x="286534" y="48979"/>
                    <a:pt x="278516" y="0"/>
                    <a:pt x="269081" y="9559"/>
                  </a:cubicBezTo>
                  <a:close/>
                  <a:moveTo>
                    <a:pt x="369025" y="43565"/>
                  </a:moveTo>
                  <a:cubicBezTo>
                    <a:pt x="382263" y="58170"/>
                    <a:pt x="359010" y="81524"/>
                    <a:pt x="356362" y="90282"/>
                  </a:cubicBezTo>
                  <a:lnTo>
                    <a:pt x="340477" y="90282"/>
                  </a:lnTo>
                  <a:cubicBezTo>
                    <a:pt x="340477" y="90282"/>
                    <a:pt x="341440" y="75683"/>
                    <a:pt x="337829" y="66924"/>
                  </a:cubicBezTo>
                  <a:cubicBezTo>
                    <a:pt x="324591" y="34806"/>
                    <a:pt x="332535" y="34806"/>
                    <a:pt x="337829" y="43565"/>
                  </a:cubicBezTo>
                  <a:cubicBezTo>
                    <a:pt x="342066" y="50573"/>
                    <a:pt x="345772" y="58170"/>
                    <a:pt x="348420" y="58164"/>
                  </a:cubicBezTo>
                  <a:cubicBezTo>
                    <a:pt x="351067" y="58158"/>
                    <a:pt x="362286" y="36131"/>
                    <a:pt x="369025" y="43565"/>
                  </a:cubicBezTo>
                  <a:close/>
                  <a:moveTo>
                    <a:pt x="395933" y="37726"/>
                  </a:moveTo>
                  <a:cubicBezTo>
                    <a:pt x="377401" y="56503"/>
                    <a:pt x="406111" y="79022"/>
                    <a:pt x="409817" y="90282"/>
                  </a:cubicBezTo>
                  <a:lnTo>
                    <a:pt x="432057" y="90282"/>
                  </a:lnTo>
                  <a:cubicBezTo>
                    <a:pt x="432057" y="90282"/>
                    <a:pt x="430709" y="71512"/>
                    <a:pt x="435764" y="60250"/>
                  </a:cubicBezTo>
                  <a:cubicBezTo>
                    <a:pt x="454296" y="18956"/>
                    <a:pt x="443176" y="5986"/>
                    <a:pt x="435764" y="17248"/>
                  </a:cubicBezTo>
                  <a:cubicBezTo>
                    <a:pt x="429833" y="26257"/>
                    <a:pt x="424644" y="48995"/>
                    <a:pt x="420937" y="48988"/>
                  </a:cubicBezTo>
                  <a:cubicBezTo>
                    <a:pt x="417231" y="48979"/>
                    <a:pt x="405368" y="28167"/>
                    <a:pt x="395933" y="37726"/>
                  </a:cubicBezTo>
                  <a:close/>
                  <a:moveTo>
                    <a:pt x="492034" y="24933"/>
                  </a:moveTo>
                  <a:cubicBezTo>
                    <a:pt x="505272" y="39537"/>
                    <a:pt x="482019" y="81524"/>
                    <a:pt x="479371" y="90282"/>
                  </a:cubicBezTo>
                  <a:lnTo>
                    <a:pt x="463486" y="90282"/>
                  </a:lnTo>
                  <a:cubicBezTo>
                    <a:pt x="463486" y="90282"/>
                    <a:pt x="464448" y="75683"/>
                    <a:pt x="460838" y="66924"/>
                  </a:cubicBezTo>
                  <a:cubicBezTo>
                    <a:pt x="447600" y="34806"/>
                    <a:pt x="455543" y="21458"/>
                    <a:pt x="460838" y="30218"/>
                  </a:cubicBezTo>
                  <a:cubicBezTo>
                    <a:pt x="465074" y="37226"/>
                    <a:pt x="468781" y="58170"/>
                    <a:pt x="471428" y="58164"/>
                  </a:cubicBezTo>
                  <a:cubicBezTo>
                    <a:pt x="474076" y="58158"/>
                    <a:pt x="485294" y="17497"/>
                    <a:pt x="492034" y="24933"/>
                  </a:cubicBezTo>
                  <a:close/>
                  <a:moveTo>
                    <a:pt x="553538" y="43573"/>
                  </a:moveTo>
                  <a:cubicBezTo>
                    <a:pt x="566776" y="58177"/>
                    <a:pt x="543523" y="81531"/>
                    <a:pt x="540875" y="90289"/>
                  </a:cubicBezTo>
                  <a:lnTo>
                    <a:pt x="524990" y="90289"/>
                  </a:lnTo>
                  <a:cubicBezTo>
                    <a:pt x="524990" y="90289"/>
                    <a:pt x="525953" y="75690"/>
                    <a:pt x="522342" y="66931"/>
                  </a:cubicBezTo>
                  <a:cubicBezTo>
                    <a:pt x="509104" y="34813"/>
                    <a:pt x="517048" y="34813"/>
                    <a:pt x="522342" y="43573"/>
                  </a:cubicBezTo>
                  <a:cubicBezTo>
                    <a:pt x="526578" y="50580"/>
                    <a:pt x="530285" y="58176"/>
                    <a:pt x="532933" y="58172"/>
                  </a:cubicBezTo>
                  <a:cubicBezTo>
                    <a:pt x="535580" y="58165"/>
                    <a:pt x="546799" y="36138"/>
                    <a:pt x="553538" y="43573"/>
                  </a:cubicBezTo>
                  <a:close/>
                  <a:moveTo>
                    <a:pt x="626574" y="24933"/>
                  </a:moveTo>
                  <a:cubicBezTo>
                    <a:pt x="639812" y="39537"/>
                    <a:pt x="605027" y="81531"/>
                    <a:pt x="602379" y="90289"/>
                  </a:cubicBezTo>
                  <a:lnTo>
                    <a:pt x="586494" y="90289"/>
                  </a:lnTo>
                  <a:cubicBezTo>
                    <a:pt x="586494" y="90289"/>
                    <a:pt x="584056" y="72129"/>
                    <a:pt x="580446" y="63370"/>
                  </a:cubicBezTo>
                  <a:cubicBezTo>
                    <a:pt x="567208" y="31252"/>
                    <a:pt x="578552" y="21458"/>
                    <a:pt x="583847" y="30218"/>
                  </a:cubicBezTo>
                  <a:cubicBezTo>
                    <a:pt x="588083" y="37226"/>
                    <a:pt x="591789" y="58176"/>
                    <a:pt x="594437" y="58172"/>
                  </a:cubicBezTo>
                  <a:cubicBezTo>
                    <a:pt x="597085" y="58165"/>
                    <a:pt x="619835" y="17497"/>
                    <a:pt x="626574" y="24933"/>
                  </a:cubicBezTo>
                  <a:close/>
                  <a:moveTo>
                    <a:pt x="638106" y="9559"/>
                  </a:moveTo>
                  <a:cubicBezTo>
                    <a:pt x="619574" y="28336"/>
                    <a:pt x="644440" y="79022"/>
                    <a:pt x="648146" y="90282"/>
                  </a:cubicBezTo>
                  <a:lnTo>
                    <a:pt x="670386" y="90282"/>
                  </a:lnTo>
                  <a:cubicBezTo>
                    <a:pt x="670386" y="90282"/>
                    <a:pt x="669038" y="71512"/>
                    <a:pt x="674093" y="60250"/>
                  </a:cubicBezTo>
                  <a:cubicBezTo>
                    <a:pt x="692625" y="18956"/>
                    <a:pt x="681505" y="18956"/>
                    <a:pt x="674093" y="30218"/>
                  </a:cubicBezTo>
                  <a:cubicBezTo>
                    <a:pt x="668162" y="39228"/>
                    <a:pt x="662973" y="48995"/>
                    <a:pt x="659266" y="48988"/>
                  </a:cubicBezTo>
                  <a:cubicBezTo>
                    <a:pt x="655560" y="48979"/>
                    <a:pt x="647541" y="0"/>
                    <a:pt x="638106" y="9559"/>
                  </a:cubicBezTo>
                  <a:close/>
                  <a:moveTo>
                    <a:pt x="738051" y="43565"/>
                  </a:moveTo>
                  <a:cubicBezTo>
                    <a:pt x="751289" y="58170"/>
                    <a:pt x="728036" y="81524"/>
                    <a:pt x="725388" y="90282"/>
                  </a:cubicBezTo>
                  <a:lnTo>
                    <a:pt x="709503" y="90282"/>
                  </a:lnTo>
                  <a:cubicBezTo>
                    <a:pt x="709503" y="90282"/>
                    <a:pt x="710466" y="75683"/>
                    <a:pt x="706855" y="66924"/>
                  </a:cubicBezTo>
                  <a:cubicBezTo>
                    <a:pt x="693617" y="34806"/>
                    <a:pt x="701560" y="34806"/>
                    <a:pt x="706855" y="43565"/>
                  </a:cubicBezTo>
                  <a:cubicBezTo>
                    <a:pt x="711091" y="50573"/>
                    <a:pt x="714798" y="58170"/>
                    <a:pt x="717445" y="58164"/>
                  </a:cubicBezTo>
                  <a:cubicBezTo>
                    <a:pt x="720093" y="58158"/>
                    <a:pt x="731312" y="36131"/>
                    <a:pt x="738051" y="43565"/>
                  </a:cubicBezTo>
                  <a:close/>
                  <a:moveTo>
                    <a:pt x="811087" y="24933"/>
                  </a:moveTo>
                  <a:cubicBezTo>
                    <a:pt x="824325" y="39537"/>
                    <a:pt x="789540" y="81531"/>
                    <a:pt x="786892" y="90289"/>
                  </a:cubicBezTo>
                  <a:lnTo>
                    <a:pt x="771007" y="90289"/>
                  </a:lnTo>
                  <a:cubicBezTo>
                    <a:pt x="771007" y="90289"/>
                    <a:pt x="768569" y="72129"/>
                    <a:pt x="764959" y="63370"/>
                  </a:cubicBezTo>
                  <a:cubicBezTo>
                    <a:pt x="751721" y="31252"/>
                    <a:pt x="763064" y="21458"/>
                    <a:pt x="768359" y="30218"/>
                  </a:cubicBezTo>
                  <a:cubicBezTo>
                    <a:pt x="772596" y="37226"/>
                    <a:pt x="776302" y="58176"/>
                    <a:pt x="778950" y="58172"/>
                  </a:cubicBezTo>
                  <a:cubicBezTo>
                    <a:pt x="781598" y="58165"/>
                    <a:pt x="804348" y="17497"/>
                    <a:pt x="811087" y="24933"/>
                  </a:cubicBezTo>
                  <a:close/>
                  <a:moveTo>
                    <a:pt x="826463" y="24933"/>
                  </a:moveTo>
                  <a:cubicBezTo>
                    <a:pt x="807931" y="43710"/>
                    <a:pt x="828953" y="79022"/>
                    <a:pt x="832659" y="90282"/>
                  </a:cubicBezTo>
                  <a:lnTo>
                    <a:pt x="854898" y="90282"/>
                  </a:lnTo>
                  <a:cubicBezTo>
                    <a:pt x="854898" y="90282"/>
                    <a:pt x="853551" y="71512"/>
                    <a:pt x="858605" y="60250"/>
                  </a:cubicBezTo>
                  <a:cubicBezTo>
                    <a:pt x="874456" y="24933"/>
                    <a:pt x="862312" y="18956"/>
                    <a:pt x="854898" y="30218"/>
                  </a:cubicBezTo>
                  <a:cubicBezTo>
                    <a:pt x="848968" y="39228"/>
                    <a:pt x="847486" y="48995"/>
                    <a:pt x="843779" y="48988"/>
                  </a:cubicBezTo>
                  <a:cubicBezTo>
                    <a:pt x="840073" y="48979"/>
                    <a:pt x="835898" y="15373"/>
                    <a:pt x="826463" y="24933"/>
                  </a:cubicBezTo>
                  <a:close/>
                  <a:moveTo>
                    <a:pt x="926408" y="32618"/>
                  </a:moveTo>
                  <a:cubicBezTo>
                    <a:pt x="939646" y="47222"/>
                    <a:pt x="920237" y="81531"/>
                    <a:pt x="917589" y="90289"/>
                  </a:cubicBezTo>
                  <a:lnTo>
                    <a:pt x="901704" y="90289"/>
                  </a:lnTo>
                  <a:cubicBezTo>
                    <a:pt x="901704" y="90289"/>
                    <a:pt x="895422" y="75690"/>
                    <a:pt x="891812" y="66931"/>
                  </a:cubicBezTo>
                  <a:cubicBezTo>
                    <a:pt x="878574" y="34813"/>
                    <a:pt x="893761" y="34813"/>
                    <a:pt x="899056" y="43573"/>
                  </a:cubicBezTo>
                  <a:cubicBezTo>
                    <a:pt x="903292" y="50580"/>
                    <a:pt x="906999" y="58176"/>
                    <a:pt x="909646" y="58172"/>
                  </a:cubicBezTo>
                  <a:cubicBezTo>
                    <a:pt x="912294" y="58165"/>
                    <a:pt x="919668" y="25182"/>
                    <a:pt x="926408" y="32618"/>
                  </a:cubicBezTo>
                  <a:close/>
                  <a:moveTo>
                    <a:pt x="987912" y="36462"/>
                  </a:moveTo>
                  <a:cubicBezTo>
                    <a:pt x="1001150" y="51066"/>
                    <a:pt x="974053" y="81531"/>
                    <a:pt x="971405" y="90289"/>
                  </a:cubicBezTo>
                  <a:lnTo>
                    <a:pt x="955520" y="90289"/>
                  </a:lnTo>
                  <a:cubicBezTo>
                    <a:pt x="955520" y="90289"/>
                    <a:pt x="956483" y="75690"/>
                    <a:pt x="952872" y="66931"/>
                  </a:cubicBezTo>
                  <a:cubicBezTo>
                    <a:pt x="939634" y="34813"/>
                    <a:pt x="948021" y="20014"/>
                    <a:pt x="953316" y="28774"/>
                  </a:cubicBezTo>
                  <a:cubicBezTo>
                    <a:pt x="957552" y="35780"/>
                    <a:pt x="960815" y="58176"/>
                    <a:pt x="963463" y="58172"/>
                  </a:cubicBezTo>
                  <a:cubicBezTo>
                    <a:pt x="966110" y="58165"/>
                    <a:pt x="981173" y="29026"/>
                    <a:pt x="987912" y="36462"/>
                  </a:cubicBezTo>
                  <a:close/>
                </a:path>
              </a:pathLst>
            </a:custGeom>
            <a:noFill/>
            <a:ln w="11529">
              <a:solidFill>
                <a:srgbClr val="CD6AF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926204" y="1758469"/>
              <a:ext cx="1291590" cy="891773"/>
            </a:xfrm>
            <a:custGeom>
              <a:avLst/>
              <a:gdLst/>
              <a:ahLst/>
              <a:cxnLst/>
              <a:rect l="0" t="0" r="0" b="0"/>
              <a:pathLst>
                <a:path w="1291590" h="891773">
                  <a:moveTo>
                    <a:pt x="1192236" y="799517"/>
                  </a:moveTo>
                  <a:lnTo>
                    <a:pt x="1192236" y="276769"/>
                  </a:lnTo>
                  <a:lnTo>
                    <a:pt x="99352" y="276769"/>
                  </a:lnTo>
                  <a:lnTo>
                    <a:pt x="99352" y="799517"/>
                  </a:lnTo>
                  <a:close/>
                  <a:moveTo>
                    <a:pt x="0" y="799517"/>
                  </a:moveTo>
                  <a:lnTo>
                    <a:pt x="0" y="891773"/>
                  </a:lnTo>
                  <a:lnTo>
                    <a:pt x="1291590" y="891773"/>
                  </a:lnTo>
                  <a:lnTo>
                    <a:pt x="1291590" y="799517"/>
                  </a:lnTo>
                  <a:lnTo>
                    <a:pt x="1192236" y="799517"/>
                  </a:lnTo>
                  <a:lnTo>
                    <a:pt x="99353" y="799517"/>
                  </a:lnTo>
                  <a:close/>
                  <a:moveTo>
                    <a:pt x="0" y="276769"/>
                  </a:moveTo>
                  <a:lnTo>
                    <a:pt x="0" y="184512"/>
                  </a:lnTo>
                  <a:lnTo>
                    <a:pt x="645795" y="184512"/>
                  </a:lnTo>
                  <a:cubicBezTo>
                    <a:pt x="568914" y="184512"/>
                    <a:pt x="552256" y="61504"/>
                    <a:pt x="553538" y="0"/>
                  </a:cubicBezTo>
                  <a:lnTo>
                    <a:pt x="738051" y="0"/>
                  </a:lnTo>
                  <a:cubicBezTo>
                    <a:pt x="736769" y="61504"/>
                    <a:pt x="719600" y="184512"/>
                    <a:pt x="645795" y="184512"/>
                  </a:cubicBezTo>
                  <a:lnTo>
                    <a:pt x="1291590" y="184512"/>
                  </a:lnTo>
                  <a:lnTo>
                    <a:pt x="1291590" y="276769"/>
                  </a:lnTo>
                  <a:close/>
                  <a:moveTo>
                    <a:pt x="830307" y="92256"/>
                  </a:moveTo>
                  <a:lnTo>
                    <a:pt x="738051" y="92256"/>
                  </a:lnTo>
                  <a:cubicBezTo>
                    <a:pt x="738051" y="123008"/>
                    <a:pt x="747277" y="184512"/>
                    <a:pt x="784179" y="184512"/>
                  </a:cubicBezTo>
                  <a:cubicBezTo>
                    <a:pt x="821082" y="184512"/>
                    <a:pt x="830307" y="123008"/>
                    <a:pt x="830307" y="92256"/>
                  </a:cubicBezTo>
                  <a:close/>
                  <a:moveTo>
                    <a:pt x="461282" y="92256"/>
                  </a:moveTo>
                  <a:lnTo>
                    <a:pt x="369025" y="92256"/>
                  </a:lnTo>
                  <a:cubicBezTo>
                    <a:pt x="369025" y="123008"/>
                    <a:pt x="378251" y="184512"/>
                    <a:pt x="415153" y="184512"/>
                  </a:cubicBezTo>
                  <a:cubicBezTo>
                    <a:pt x="452056" y="184512"/>
                    <a:pt x="461282" y="123008"/>
                    <a:pt x="461282" y="92256"/>
                  </a:cubicBezTo>
                  <a:close/>
                  <a:moveTo>
                    <a:pt x="92256" y="92256"/>
                  </a:moveTo>
                  <a:lnTo>
                    <a:pt x="0" y="92256"/>
                  </a:lnTo>
                  <a:cubicBezTo>
                    <a:pt x="0" y="123008"/>
                    <a:pt x="9225" y="184512"/>
                    <a:pt x="46128" y="184512"/>
                  </a:cubicBezTo>
                  <a:cubicBezTo>
                    <a:pt x="83030" y="184512"/>
                    <a:pt x="92256" y="123008"/>
                    <a:pt x="92256" y="92256"/>
                  </a:cubicBezTo>
                  <a:close/>
                  <a:moveTo>
                    <a:pt x="922564" y="92256"/>
                  </a:moveTo>
                  <a:lnTo>
                    <a:pt x="830307" y="92256"/>
                  </a:lnTo>
                  <a:cubicBezTo>
                    <a:pt x="830307" y="123008"/>
                    <a:pt x="839533" y="184512"/>
                    <a:pt x="876436" y="184512"/>
                  </a:cubicBezTo>
                  <a:cubicBezTo>
                    <a:pt x="913338" y="184512"/>
                    <a:pt x="922564" y="123008"/>
                    <a:pt x="922564" y="92256"/>
                  </a:cubicBezTo>
                  <a:close/>
                  <a:moveTo>
                    <a:pt x="1291590" y="92256"/>
                  </a:moveTo>
                  <a:lnTo>
                    <a:pt x="1199333" y="92256"/>
                  </a:lnTo>
                  <a:cubicBezTo>
                    <a:pt x="1199333" y="123008"/>
                    <a:pt x="1208559" y="184512"/>
                    <a:pt x="1245461" y="184512"/>
                  </a:cubicBezTo>
                  <a:cubicBezTo>
                    <a:pt x="1282364" y="184512"/>
                    <a:pt x="1291590" y="123008"/>
                    <a:pt x="1291590" y="92256"/>
                  </a:cubicBezTo>
                  <a:close/>
                  <a:moveTo>
                    <a:pt x="553538" y="92256"/>
                  </a:moveTo>
                  <a:lnTo>
                    <a:pt x="461282" y="92256"/>
                  </a:lnTo>
                  <a:cubicBezTo>
                    <a:pt x="461282" y="123008"/>
                    <a:pt x="470507" y="184512"/>
                    <a:pt x="507410" y="184512"/>
                  </a:cubicBezTo>
                  <a:cubicBezTo>
                    <a:pt x="544312" y="184512"/>
                    <a:pt x="553538" y="123008"/>
                    <a:pt x="553538" y="92256"/>
                  </a:cubicBezTo>
                  <a:close/>
                  <a:moveTo>
                    <a:pt x="369025" y="92256"/>
                  </a:moveTo>
                  <a:cubicBezTo>
                    <a:pt x="357493" y="108914"/>
                    <a:pt x="312903" y="142228"/>
                    <a:pt x="226797" y="142228"/>
                  </a:cubicBezTo>
                  <a:cubicBezTo>
                    <a:pt x="140691" y="142228"/>
                    <a:pt x="101226" y="108914"/>
                    <a:pt x="92256" y="92256"/>
                  </a:cubicBezTo>
                  <a:moveTo>
                    <a:pt x="46128" y="184512"/>
                  </a:moveTo>
                  <a:lnTo>
                    <a:pt x="415153" y="184512"/>
                  </a:lnTo>
                  <a:lnTo>
                    <a:pt x="507410" y="184512"/>
                  </a:lnTo>
                  <a:lnTo>
                    <a:pt x="784179" y="184512"/>
                  </a:lnTo>
                  <a:lnTo>
                    <a:pt x="876436" y="184512"/>
                  </a:lnTo>
                  <a:lnTo>
                    <a:pt x="1245461" y="184512"/>
                  </a:lnTo>
                  <a:moveTo>
                    <a:pt x="1199333" y="92256"/>
                  </a:moveTo>
                  <a:cubicBezTo>
                    <a:pt x="1187801" y="108914"/>
                    <a:pt x="1143210" y="142228"/>
                    <a:pt x="1057104" y="142228"/>
                  </a:cubicBezTo>
                  <a:cubicBezTo>
                    <a:pt x="970999" y="142228"/>
                    <a:pt x="931533" y="108914"/>
                    <a:pt x="922564" y="92256"/>
                  </a:cubicBezTo>
                  <a:moveTo>
                    <a:pt x="622730" y="0"/>
                  </a:moveTo>
                  <a:lnTo>
                    <a:pt x="645795" y="92256"/>
                  </a:lnTo>
                  <a:lnTo>
                    <a:pt x="668859" y="0"/>
                  </a:lnTo>
                  <a:moveTo>
                    <a:pt x="0" y="276769"/>
                  </a:moveTo>
                  <a:lnTo>
                    <a:pt x="1291590" y="276769"/>
                  </a:lnTo>
                  <a:lnTo>
                    <a:pt x="1291590" y="184512"/>
                  </a:lnTo>
                  <a:lnTo>
                    <a:pt x="645795" y="184512"/>
                  </a:lnTo>
                  <a:cubicBezTo>
                    <a:pt x="689854" y="184512"/>
                    <a:pt x="713730" y="140676"/>
                    <a:pt x="726091" y="92256"/>
                  </a:cubicBezTo>
                  <a:cubicBezTo>
                    <a:pt x="734438" y="59566"/>
                    <a:pt x="737534" y="24788"/>
                    <a:pt x="738051" y="0"/>
                  </a:cubicBezTo>
                  <a:lnTo>
                    <a:pt x="553538" y="0"/>
                  </a:lnTo>
                  <a:cubicBezTo>
                    <a:pt x="553021" y="24788"/>
                    <a:pt x="555419" y="59566"/>
                    <a:pt x="563499" y="92256"/>
                  </a:cubicBezTo>
                  <a:cubicBezTo>
                    <a:pt x="575466" y="140676"/>
                    <a:pt x="599899" y="184512"/>
                    <a:pt x="645795" y="184512"/>
                  </a:cubicBezTo>
                  <a:lnTo>
                    <a:pt x="0" y="184512"/>
                  </a:lnTo>
                  <a:close/>
                  <a:moveTo>
                    <a:pt x="830307" y="92256"/>
                  </a:moveTo>
                  <a:cubicBezTo>
                    <a:pt x="830307" y="123008"/>
                    <a:pt x="821082" y="184512"/>
                    <a:pt x="784179" y="184512"/>
                  </a:cubicBezTo>
                  <a:cubicBezTo>
                    <a:pt x="747277" y="184512"/>
                    <a:pt x="738051" y="123008"/>
                    <a:pt x="738051" y="92256"/>
                  </a:cubicBezTo>
                  <a:close/>
                  <a:moveTo>
                    <a:pt x="461282" y="92256"/>
                  </a:moveTo>
                  <a:cubicBezTo>
                    <a:pt x="461282" y="123008"/>
                    <a:pt x="452056" y="184512"/>
                    <a:pt x="415153" y="184512"/>
                  </a:cubicBezTo>
                  <a:cubicBezTo>
                    <a:pt x="378251" y="184512"/>
                    <a:pt x="369025" y="123008"/>
                    <a:pt x="369025" y="92256"/>
                  </a:cubicBezTo>
                  <a:close/>
                  <a:moveTo>
                    <a:pt x="92256" y="92256"/>
                  </a:moveTo>
                  <a:cubicBezTo>
                    <a:pt x="92256" y="123008"/>
                    <a:pt x="83030" y="184512"/>
                    <a:pt x="46128" y="184512"/>
                  </a:cubicBezTo>
                  <a:cubicBezTo>
                    <a:pt x="9225" y="184512"/>
                    <a:pt x="0" y="123008"/>
                    <a:pt x="0" y="92256"/>
                  </a:cubicBezTo>
                  <a:close/>
                  <a:moveTo>
                    <a:pt x="922564" y="92256"/>
                  </a:moveTo>
                  <a:cubicBezTo>
                    <a:pt x="922564" y="123008"/>
                    <a:pt x="913338" y="184512"/>
                    <a:pt x="876436" y="184512"/>
                  </a:cubicBezTo>
                  <a:cubicBezTo>
                    <a:pt x="839533" y="184512"/>
                    <a:pt x="830307" y="123008"/>
                    <a:pt x="830307" y="92256"/>
                  </a:cubicBezTo>
                  <a:close/>
                  <a:moveTo>
                    <a:pt x="1291590" y="92256"/>
                  </a:moveTo>
                  <a:cubicBezTo>
                    <a:pt x="1291590" y="123008"/>
                    <a:pt x="1282364" y="184512"/>
                    <a:pt x="1245461" y="184512"/>
                  </a:cubicBezTo>
                  <a:cubicBezTo>
                    <a:pt x="1208559" y="184512"/>
                    <a:pt x="1199333" y="123008"/>
                    <a:pt x="1199333" y="92256"/>
                  </a:cubicBezTo>
                  <a:close/>
                  <a:moveTo>
                    <a:pt x="553538" y="92256"/>
                  </a:moveTo>
                  <a:cubicBezTo>
                    <a:pt x="553538" y="123008"/>
                    <a:pt x="544312" y="184512"/>
                    <a:pt x="507410" y="184512"/>
                  </a:cubicBezTo>
                  <a:cubicBezTo>
                    <a:pt x="470507" y="184512"/>
                    <a:pt x="461282" y="123008"/>
                    <a:pt x="461282" y="92256"/>
                  </a:cubicBezTo>
                  <a:close/>
                  <a:moveTo>
                    <a:pt x="876436" y="184512"/>
                  </a:moveTo>
                  <a:lnTo>
                    <a:pt x="1245461" y="184512"/>
                  </a:lnTo>
                  <a:cubicBezTo>
                    <a:pt x="1208559" y="184512"/>
                    <a:pt x="1199333" y="123008"/>
                    <a:pt x="1199333" y="92256"/>
                  </a:cubicBezTo>
                  <a:cubicBezTo>
                    <a:pt x="1187801" y="108914"/>
                    <a:pt x="1143210" y="142228"/>
                    <a:pt x="1057104" y="142228"/>
                  </a:cubicBezTo>
                  <a:cubicBezTo>
                    <a:pt x="970999" y="142228"/>
                    <a:pt x="931533" y="108914"/>
                    <a:pt x="922564" y="92256"/>
                  </a:cubicBezTo>
                  <a:cubicBezTo>
                    <a:pt x="922564" y="123008"/>
                    <a:pt x="913338" y="184512"/>
                    <a:pt x="876436" y="184512"/>
                  </a:cubicBezTo>
                  <a:close/>
                  <a:moveTo>
                    <a:pt x="784179" y="184512"/>
                  </a:moveTo>
                  <a:lnTo>
                    <a:pt x="876436" y="184512"/>
                  </a:lnTo>
                  <a:cubicBezTo>
                    <a:pt x="839533" y="184512"/>
                    <a:pt x="830307" y="123008"/>
                    <a:pt x="830307" y="92256"/>
                  </a:cubicBezTo>
                  <a:cubicBezTo>
                    <a:pt x="830307" y="123008"/>
                    <a:pt x="821082" y="184512"/>
                    <a:pt x="784179" y="184512"/>
                  </a:cubicBezTo>
                  <a:close/>
                  <a:moveTo>
                    <a:pt x="645795" y="184512"/>
                  </a:moveTo>
                  <a:lnTo>
                    <a:pt x="784179" y="184512"/>
                  </a:lnTo>
                  <a:cubicBezTo>
                    <a:pt x="747277" y="184512"/>
                    <a:pt x="738051" y="123008"/>
                    <a:pt x="738051" y="92256"/>
                  </a:cubicBezTo>
                  <a:lnTo>
                    <a:pt x="726091" y="92256"/>
                  </a:lnTo>
                  <a:cubicBezTo>
                    <a:pt x="713730" y="140676"/>
                    <a:pt x="689854" y="184512"/>
                    <a:pt x="645795" y="184512"/>
                  </a:cubicBezTo>
                  <a:close/>
                  <a:moveTo>
                    <a:pt x="507410" y="184512"/>
                  </a:moveTo>
                  <a:lnTo>
                    <a:pt x="645795" y="184512"/>
                  </a:lnTo>
                  <a:cubicBezTo>
                    <a:pt x="599899" y="184512"/>
                    <a:pt x="575466" y="140676"/>
                    <a:pt x="563499" y="92256"/>
                  </a:cubicBezTo>
                  <a:lnTo>
                    <a:pt x="553538" y="92256"/>
                  </a:lnTo>
                  <a:cubicBezTo>
                    <a:pt x="553538" y="123008"/>
                    <a:pt x="544312" y="184512"/>
                    <a:pt x="507410" y="184512"/>
                  </a:cubicBezTo>
                  <a:close/>
                  <a:moveTo>
                    <a:pt x="415153" y="184512"/>
                  </a:moveTo>
                  <a:lnTo>
                    <a:pt x="507410" y="184512"/>
                  </a:lnTo>
                  <a:cubicBezTo>
                    <a:pt x="470507" y="184512"/>
                    <a:pt x="461282" y="123008"/>
                    <a:pt x="461282" y="92256"/>
                  </a:cubicBezTo>
                  <a:cubicBezTo>
                    <a:pt x="461282" y="123008"/>
                    <a:pt x="452056" y="184512"/>
                    <a:pt x="415153" y="184512"/>
                  </a:cubicBezTo>
                  <a:close/>
                  <a:moveTo>
                    <a:pt x="46128" y="184512"/>
                  </a:moveTo>
                  <a:lnTo>
                    <a:pt x="415153" y="184512"/>
                  </a:lnTo>
                  <a:cubicBezTo>
                    <a:pt x="378251" y="184512"/>
                    <a:pt x="369025" y="123008"/>
                    <a:pt x="369025" y="92256"/>
                  </a:cubicBezTo>
                  <a:cubicBezTo>
                    <a:pt x="357493" y="108914"/>
                    <a:pt x="312903" y="142228"/>
                    <a:pt x="226797" y="142228"/>
                  </a:cubicBezTo>
                  <a:cubicBezTo>
                    <a:pt x="140691" y="142228"/>
                    <a:pt x="101226" y="108914"/>
                    <a:pt x="92256" y="92256"/>
                  </a:cubicBezTo>
                  <a:cubicBezTo>
                    <a:pt x="92256" y="123008"/>
                    <a:pt x="83030" y="184512"/>
                    <a:pt x="46128" y="184512"/>
                  </a:cubicBezTo>
                  <a:close/>
                  <a:moveTo>
                    <a:pt x="784179" y="184512"/>
                  </a:moveTo>
                  <a:lnTo>
                    <a:pt x="507410" y="184512"/>
                  </a:lnTo>
                  <a:moveTo>
                    <a:pt x="668859" y="0"/>
                  </a:moveTo>
                  <a:lnTo>
                    <a:pt x="645795" y="92256"/>
                  </a:lnTo>
                  <a:lnTo>
                    <a:pt x="622730" y="0"/>
                  </a:lnTo>
                  <a:moveTo>
                    <a:pt x="799555" y="507391"/>
                  </a:moveTo>
                  <a:cubicBezTo>
                    <a:pt x="799555" y="592310"/>
                    <a:pt x="730714" y="661151"/>
                    <a:pt x="645795" y="661151"/>
                  </a:cubicBezTo>
                  <a:cubicBezTo>
                    <a:pt x="560875" y="661151"/>
                    <a:pt x="492034" y="592310"/>
                    <a:pt x="492034" y="507391"/>
                  </a:cubicBezTo>
                  <a:cubicBezTo>
                    <a:pt x="492034" y="422471"/>
                    <a:pt x="560875" y="353630"/>
                    <a:pt x="645795" y="353630"/>
                  </a:cubicBezTo>
                  <a:cubicBezTo>
                    <a:pt x="730714" y="353630"/>
                    <a:pt x="799555" y="422471"/>
                    <a:pt x="799555" y="507391"/>
                  </a:cubicBezTo>
                  <a:close/>
                  <a:moveTo>
                    <a:pt x="492034" y="507391"/>
                  </a:moveTo>
                  <a:lnTo>
                    <a:pt x="799555" y="507391"/>
                  </a:lnTo>
                  <a:moveTo>
                    <a:pt x="645795" y="661151"/>
                  </a:moveTo>
                  <a:lnTo>
                    <a:pt x="645795" y="353630"/>
                  </a:lnTo>
                  <a:moveTo>
                    <a:pt x="353649" y="507391"/>
                  </a:moveTo>
                  <a:cubicBezTo>
                    <a:pt x="353649" y="549850"/>
                    <a:pt x="319228" y="584271"/>
                    <a:pt x="276769" y="584271"/>
                  </a:cubicBezTo>
                  <a:cubicBezTo>
                    <a:pt x="234309" y="584271"/>
                    <a:pt x="199888" y="549850"/>
                    <a:pt x="199888" y="507391"/>
                  </a:cubicBezTo>
                  <a:cubicBezTo>
                    <a:pt x="199888" y="464931"/>
                    <a:pt x="234309" y="430510"/>
                    <a:pt x="276769" y="430510"/>
                  </a:cubicBezTo>
                  <a:cubicBezTo>
                    <a:pt x="319228" y="430510"/>
                    <a:pt x="353649" y="464931"/>
                    <a:pt x="353649" y="507391"/>
                  </a:cubicBezTo>
                  <a:close/>
                  <a:moveTo>
                    <a:pt x="199888" y="507391"/>
                  </a:moveTo>
                  <a:lnTo>
                    <a:pt x="353649" y="507391"/>
                  </a:lnTo>
                  <a:moveTo>
                    <a:pt x="276769" y="584271"/>
                  </a:moveTo>
                  <a:lnTo>
                    <a:pt x="276769" y="430510"/>
                  </a:lnTo>
                  <a:moveTo>
                    <a:pt x="1091701" y="507391"/>
                  </a:moveTo>
                  <a:cubicBezTo>
                    <a:pt x="1091701" y="549850"/>
                    <a:pt x="1057280" y="584271"/>
                    <a:pt x="1014820" y="584271"/>
                  </a:cubicBezTo>
                  <a:cubicBezTo>
                    <a:pt x="972361" y="584271"/>
                    <a:pt x="937940" y="549850"/>
                    <a:pt x="937940" y="507391"/>
                  </a:cubicBezTo>
                  <a:cubicBezTo>
                    <a:pt x="937940" y="464931"/>
                    <a:pt x="972361" y="430510"/>
                    <a:pt x="1014820" y="430510"/>
                  </a:cubicBezTo>
                  <a:cubicBezTo>
                    <a:pt x="1057280" y="430510"/>
                    <a:pt x="1091701" y="464931"/>
                    <a:pt x="1091701" y="507391"/>
                  </a:cubicBezTo>
                  <a:close/>
                  <a:moveTo>
                    <a:pt x="937940" y="507391"/>
                  </a:moveTo>
                  <a:lnTo>
                    <a:pt x="1091701" y="507391"/>
                  </a:lnTo>
                  <a:moveTo>
                    <a:pt x="1014820" y="584271"/>
                  </a:moveTo>
                  <a:lnTo>
                    <a:pt x="1014820" y="430510"/>
                  </a:lnTo>
                </a:path>
              </a:pathLst>
            </a:custGeom>
            <a:noFill/>
            <a:ln w="11529">
              <a:solidFill>
                <a:srgbClr val="CD6AF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3926204" y="2650242"/>
            <a:ext cx="1291590" cy="615004"/>
          </a:xfrm>
          <a:custGeom>
            <a:avLst/>
            <a:gdLst/>
            <a:ahLst/>
            <a:cxnLst/>
            <a:rect l="0" t="0" r="0" b="0"/>
            <a:pathLst>
              <a:path w="1291590" h="615004">
                <a:moveTo>
                  <a:pt x="0" y="522748"/>
                </a:moveTo>
                <a:lnTo>
                  <a:pt x="0" y="615004"/>
                </a:lnTo>
                <a:lnTo>
                  <a:pt x="1291590" y="615004"/>
                </a:lnTo>
                <a:lnTo>
                  <a:pt x="1291590" y="522748"/>
                </a:lnTo>
                <a:lnTo>
                  <a:pt x="1192236" y="522748"/>
                </a:lnTo>
                <a:lnTo>
                  <a:pt x="99353" y="522748"/>
                </a:lnTo>
                <a:close/>
                <a:moveTo>
                  <a:pt x="1192236" y="522748"/>
                </a:moveTo>
                <a:lnTo>
                  <a:pt x="1192236" y="0"/>
                </a:lnTo>
                <a:lnTo>
                  <a:pt x="99353" y="0"/>
                </a:lnTo>
                <a:lnTo>
                  <a:pt x="99353" y="522748"/>
                </a:lnTo>
                <a:close/>
                <a:moveTo>
                  <a:pt x="261393" y="107613"/>
                </a:moveTo>
                <a:lnTo>
                  <a:pt x="215264" y="107613"/>
                </a:lnTo>
                <a:moveTo>
                  <a:pt x="261393" y="253685"/>
                </a:moveTo>
                <a:lnTo>
                  <a:pt x="261393" y="153741"/>
                </a:lnTo>
                <a:lnTo>
                  <a:pt x="261393" y="107613"/>
                </a:lnTo>
                <a:moveTo>
                  <a:pt x="399777" y="107613"/>
                </a:moveTo>
                <a:lnTo>
                  <a:pt x="261393" y="107613"/>
                </a:lnTo>
                <a:moveTo>
                  <a:pt x="261393" y="61485"/>
                </a:moveTo>
                <a:lnTo>
                  <a:pt x="261393" y="107613"/>
                </a:lnTo>
                <a:moveTo>
                  <a:pt x="538162" y="476639"/>
                </a:moveTo>
                <a:lnTo>
                  <a:pt x="261393" y="476639"/>
                </a:lnTo>
                <a:moveTo>
                  <a:pt x="261393" y="476639"/>
                </a:moveTo>
                <a:lnTo>
                  <a:pt x="261393" y="430510"/>
                </a:lnTo>
                <a:moveTo>
                  <a:pt x="261393" y="476639"/>
                </a:moveTo>
                <a:lnTo>
                  <a:pt x="215264" y="476639"/>
                </a:lnTo>
                <a:lnTo>
                  <a:pt x="215264" y="430510"/>
                </a:lnTo>
                <a:moveTo>
                  <a:pt x="584290" y="430510"/>
                </a:moveTo>
                <a:lnTo>
                  <a:pt x="584290" y="476639"/>
                </a:lnTo>
                <a:lnTo>
                  <a:pt x="538162" y="476639"/>
                </a:lnTo>
                <a:moveTo>
                  <a:pt x="538162" y="430510"/>
                </a:moveTo>
                <a:lnTo>
                  <a:pt x="538162" y="476639"/>
                </a:lnTo>
                <a:moveTo>
                  <a:pt x="538162" y="107613"/>
                </a:moveTo>
                <a:lnTo>
                  <a:pt x="584290" y="107613"/>
                </a:lnTo>
                <a:moveTo>
                  <a:pt x="538162" y="253685"/>
                </a:moveTo>
                <a:lnTo>
                  <a:pt x="538162" y="153741"/>
                </a:lnTo>
                <a:lnTo>
                  <a:pt x="538162" y="107613"/>
                </a:lnTo>
                <a:moveTo>
                  <a:pt x="538162" y="107613"/>
                </a:moveTo>
                <a:lnTo>
                  <a:pt x="399777" y="107613"/>
                </a:lnTo>
                <a:moveTo>
                  <a:pt x="538162" y="107613"/>
                </a:moveTo>
                <a:lnTo>
                  <a:pt x="538162" y="61485"/>
                </a:lnTo>
                <a:moveTo>
                  <a:pt x="584290" y="253685"/>
                </a:moveTo>
                <a:lnTo>
                  <a:pt x="584290" y="153741"/>
                </a:lnTo>
                <a:lnTo>
                  <a:pt x="584290" y="107613"/>
                </a:lnTo>
                <a:moveTo>
                  <a:pt x="584290" y="107613"/>
                </a:moveTo>
                <a:lnTo>
                  <a:pt x="584290" y="61485"/>
                </a:lnTo>
                <a:lnTo>
                  <a:pt x="538162" y="61485"/>
                </a:lnTo>
                <a:moveTo>
                  <a:pt x="584290" y="430510"/>
                </a:moveTo>
                <a:lnTo>
                  <a:pt x="538162" y="430510"/>
                </a:lnTo>
                <a:moveTo>
                  <a:pt x="584290" y="299814"/>
                </a:moveTo>
                <a:lnTo>
                  <a:pt x="584290" y="430510"/>
                </a:lnTo>
                <a:moveTo>
                  <a:pt x="538162" y="299814"/>
                </a:moveTo>
                <a:lnTo>
                  <a:pt x="538162" y="430510"/>
                </a:lnTo>
                <a:moveTo>
                  <a:pt x="538162" y="299814"/>
                </a:moveTo>
                <a:lnTo>
                  <a:pt x="538162" y="276750"/>
                </a:lnTo>
                <a:moveTo>
                  <a:pt x="538162" y="253685"/>
                </a:moveTo>
                <a:lnTo>
                  <a:pt x="538162" y="276750"/>
                </a:lnTo>
                <a:moveTo>
                  <a:pt x="538162" y="276750"/>
                </a:moveTo>
                <a:lnTo>
                  <a:pt x="261393" y="276750"/>
                </a:lnTo>
                <a:moveTo>
                  <a:pt x="584290" y="299814"/>
                </a:moveTo>
                <a:lnTo>
                  <a:pt x="538162" y="299814"/>
                </a:lnTo>
                <a:moveTo>
                  <a:pt x="584290" y="253685"/>
                </a:moveTo>
                <a:lnTo>
                  <a:pt x="584290" y="299814"/>
                </a:lnTo>
                <a:moveTo>
                  <a:pt x="584290" y="253685"/>
                </a:moveTo>
                <a:lnTo>
                  <a:pt x="538162" y="253685"/>
                </a:lnTo>
                <a:moveTo>
                  <a:pt x="215264" y="253685"/>
                </a:moveTo>
                <a:lnTo>
                  <a:pt x="215264" y="153741"/>
                </a:lnTo>
                <a:lnTo>
                  <a:pt x="215264" y="107613"/>
                </a:lnTo>
                <a:moveTo>
                  <a:pt x="261393" y="61485"/>
                </a:moveTo>
                <a:lnTo>
                  <a:pt x="215264" y="61485"/>
                </a:lnTo>
                <a:lnTo>
                  <a:pt x="215264" y="107613"/>
                </a:lnTo>
                <a:moveTo>
                  <a:pt x="261393" y="253685"/>
                </a:moveTo>
                <a:lnTo>
                  <a:pt x="261393" y="276750"/>
                </a:lnTo>
                <a:moveTo>
                  <a:pt x="261393" y="299814"/>
                </a:moveTo>
                <a:lnTo>
                  <a:pt x="261393" y="276750"/>
                </a:lnTo>
                <a:moveTo>
                  <a:pt x="261393" y="253685"/>
                </a:moveTo>
                <a:lnTo>
                  <a:pt x="215264" y="253685"/>
                </a:lnTo>
                <a:moveTo>
                  <a:pt x="215264" y="299814"/>
                </a:moveTo>
                <a:lnTo>
                  <a:pt x="215264" y="253685"/>
                </a:lnTo>
                <a:moveTo>
                  <a:pt x="261393" y="299814"/>
                </a:moveTo>
                <a:lnTo>
                  <a:pt x="215264" y="299814"/>
                </a:lnTo>
                <a:moveTo>
                  <a:pt x="215264" y="430510"/>
                </a:moveTo>
                <a:lnTo>
                  <a:pt x="215264" y="299814"/>
                </a:lnTo>
                <a:moveTo>
                  <a:pt x="261393" y="430510"/>
                </a:moveTo>
                <a:lnTo>
                  <a:pt x="261393" y="299814"/>
                </a:lnTo>
                <a:moveTo>
                  <a:pt x="215264" y="430510"/>
                </a:moveTo>
                <a:lnTo>
                  <a:pt x="261393" y="430510"/>
                </a:lnTo>
                <a:moveTo>
                  <a:pt x="399777" y="438198"/>
                </a:moveTo>
                <a:lnTo>
                  <a:pt x="399777" y="107613"/>
                </a:lnTo>
                <a:moveTo>
                  <a:pt x="538162" y="61485"/>
                </a:moveTo>
                <a:lnTo>
                  <a:pt x="261393" y="61485"/>
                </a:lnTo>
                <a:moveTo>
                  <a:pt x="753427" y="107613"/>
                </a:moveTo>
                <a:lnTo>
                  <a:pt x="707299" y="107613"/>
                </a:lnTo>
                <a:moveTo>
                  <a:pt x="753427" y="253685"/>
                </a:moveTo>
                <a:lnTo>
                  <a:pt x="753427" y="153741"/>
                </a:lnTo>
                <a:lnTo>
                  <a:pt x="753427" y="107613"/>
                </a:lnTo>
                <a:moveTo>
                  <a:pt x="891812" y="107613"/>
                </a:moveTo>
                <a:lnTo>
                  <a:pt x="753427" y="107613"/>
                </a:lnTo>
                <a:moveTo>
                  <a:pt x="753427" y="61485"/>
                </a:moveTo>
                <a:lnTo>
                  <a:pt x="753427" y="107613"/>
                </a:lnTo>
                <a:moveTo>
                  <a:pt x="753427" y="476639"/>
                </a:moveTo>
                <a:lnTo>
                  <a:pt x="1030196" y="476639"/>
                </a:lnTo>
                <a:moveTo>
                  <a:pt x="753427" y="476639"/>
                </a:moveTo>
                <a:lnTo>
                  <a:pt x="753427" y="430510"/>
                </a:lnTo>
                <a:moveTo>
                  <a:pt x="753427" y="476639"/>
                </a:moveTo>
                <a:lnTo>
                  <a:pt x="707299" y="476639"/>
                </a:lnTo>
                <a:lnTo>
                  <a:pt x="707299" y="430510"/>
                </a:lnTo>
                <a:moveTo>
                  <a:pt x="1076324" y="430510"/>
                </a:moveTo>
                <a:lnTo>
                  <a:pt x="1076324" y="476639"/>
                </a:lnTo>
                <a:lnTo>
                  <a:pt x="1030196" y="476639"/>
                </a:lnTo>
                <a:moveTo>
                  <a:pt x="1030196" y="430510"/>
                </a:moveTo>
                <a:lnTo>
                  <a:pt x="1030196" y="476639"/>
                </a:lnTo>
                <a:moveTo>
                  <a:pt x="1030196" y="107613"/>
                </a:moveTo>
                <a:lnTo>
                  <a:pt x="1076324" y="107613"/>
                </a:lnTo>
                <a:moveTo>
                  <a:pt x="1030196" y="253685"/>
                </a:moveTo>
                <a:lnTo>
                  <a:pt x="1030196" y="153741"/>
                </a:lnTo>
                <a:lnTo>
                  <a:pt x="1030196" y="107613"/>
                </a:lnTo>
                <a:moveTo>
                  <a:pt x="1030196" y="107613"/>
                </a:moveTo>
                <a:lnTo>
                  <a:pt x="891812" y="107613"/>
                </a:lnTo>
                <a:moveTo>
                  <a:pt x="1030196" y="107613"/>
                </a:moveTo>
                <a:lnTo>
                  <a:pt x="1030196" y="61485"/>
                </a:lnTo>
                <a:moveTo>
                  <a:pt x="1076324" y="253685"/>
                </a:moveTo>
                <a:lnTo>
                  <a:pt x="1076324" y="153741"/>
                </a:lnTo>
                <a:lnTo>
                  <a:pt x="1076324" y="107613"/>
                </a:lnTo>
                <a:moveTo>
                  <a:pt x="1076324" y="107613"/>
                </a:moveTo>
                <a:lnTo>
                  <a:pt x="1076324" y="61485"/>
                </a:lnTo>
                <a:lnTo>
                  <a:pt x="1030196" y="61485"/>
                </a:lnTo>
                <a:moveTo>
                  <a:pt x="1076324" y="430510"/>
                </a:moveTo>
                <a:lnTo>
                  <a:pt x="1030196" y="430510"/>
                </a:lnTo>
                <a:moveTo>
                  <a:pt x="1076324" y="299814"/>
                </a:moveTo>
                <a:lnTo>
                  <a:pt x="1076324" y="430510"/>
                </a:lnTo>
                <a:moveTo>
                  <a:pt x="1030196" y="299814"/>
                </a:moveTo>
                <a:lnTo>
                  <a:pt x="1030196" y="430510"/>
                </a:lnTo>
                <a:moveTo>
                  <a:pt x="1030196" y="299814"/>
                </a:moveTo>
                <a:lnTo>
                  <a:pt x="1030196" y="276750"/>
                </a:lnTo>
                <a:moveTo>
                  <a:pt x="1030196" y="253685"/>
                </a:moveTo>
                <a:lnTo>
                  <a:pt x="1030196" y="276750"/>
                </a:lnTo>
                <a:moveTo>
                  <a:pt x="1030196" y="276750"/>
                </a:moveTo>
                <a:lnTo>
                  <a:pt x="753427" y="276750"/>
                </a:lnTo>
                <a:moveTo>
                  <a:pt x="1076324" y="299814"/>
                </a:moveTo>
                <a:lnTo>
                  <a:pt x="1030196" y="299814"/>
                </a:lnTo>
                <a:moveTo>
                  <a:pt x="1076324" y="253685"/>
                </a:moveTo>
                <a:lnTo>
                  <a:pt x="1076324" y="299814"/>
                </a:lnTo>
                <a:moveTo>
                  <a:pt x="1076324" y="253685"/>
                </a:moveTo>
                <a:lnTo>
                  <a:pt x="1030196" y="253685"/>
                </a:lnTo>
                <a:moveTo>
                  <a:pt x="707299" y="253685"/>
                </a:moveTo>
                <a:lnTo>
                  <a:pt x="707299" y="153741"/>
                </a:lnTo>
                <a:lnTo>
                  <a:pt x="707299" y="107613"/>
                </a:lnTo>
                <a:moveTo>
                  <a:pt x="753427" y="61485"/>
                </a:moveTo>
                <a:lnTo>
                  <a:pt x="707299" y="61485"/>
                </a:lnTo>
                <a:lnTo>
                  <a:pt x="707299" y="107613"/>
                </a:lnTo>
                <a:moveTo>
                  <a:pt x="753427" y="253685"/>
                </a:moveTo>
                <a:lnTo>
                  <a:pt x="753427" y="276750"/>
                </a:lnTo>
                <a:moveTo>
                  <a:pt x="753427" y="299814"/>
                </a:moveTo>
                <a:lnTo>
                  <a:pt x="753427" y="276750"/>
                </a:lnTo>
                <a:moveTo>
                  <a:pt x="753427" y="253685"/>
                </a:moveTo>
                <a:lnTo>
                  <a:pt x="707299" y="253685"/>
                </a:lnTo>
                <a:moveTo>
                  <a:pt x="707299" y="299814"/>
                </a:moveTo>
                <a:lnTo>
                  <a:pt x="707299" y="253685"/>
                </a:lnTo>
                <a:moveTo>
                  <a:pt x="753427" y="299814"/>
                </a:moveTo>
                <a:lnTo>
                  <a:pt x="707299" y="299814"/>
                </a:lnTo>
                <a:moveTo>
                  <a:pt x="707299" y="430510"/>
                </a:moveTo>
                <a:lnTo>
                  <a:pt x="707299" y="299814"/>
                </a:lnTo>
                <a:moveTo>
                  <a:pt x="753427" y="430510"/>
                </a:moveTo>
                <a:lnTo>
                  <a:pt x="753427" y="299814"/>
                </a:lnTo>
                <a:moveTo>
                  <a:pt x="707299" y="430510"/>
                </a:moveTo>
                <a:lnTo>
                  <a:pt x="753427" y="430510"/>
                </a:lnTo>
                <a:moveTo>
                  <a:pt x="891812" y="438198"/>
                </a:moveTo>
                <a:lnTo>
                  <a:pt x="891812" y="107613"/>
                </a:lnTo>
                <a:moveTo>
                  <a:pt x="1030196" y="61485"/>
                </a:moveTo>
                <a:lnTo>
                  <a:pt x="753427" y="61485"/>
                </a:lnTo>
                <a:moveTo>
                  <a:pt x="261393" y="476639"/>
                </a:moveTo>
                <a:lnTo>
                  <a:pt x="261393" y="438199"/>
                </a:lnTo>
                <a:lnTo>
                  <a:pt x="538162" y="438199"/>
                </a:lnTo>
                <a:lnTo>
                  <a:pt x="538162" y="476639"/>
                </a:lnTo>
                <a:close/>
                <a:moveTo>
                  <a:pt x="291065" y="370627"/>
                </a:moveTo>
                <a:cubicBezTo>
                  <a:pt x="300499" y="361068"/>
                  <a:pt x="309598" y="396897"/>
                  <a:pt x="313305" y="396905"/>
                </a:cubicBezTo>
                <a:cubicBezTo>
                  <a:pt x="317011" y="396912"/>
                  <a:pt x="322200" y="387145"/>
                  <a:pt x="328131" y="378136"/>
                </a:cubicBezTo>
                <a:cubicBezTo>
                  <a:pt x="335544" y="366873"/>
                  <a:pt x="346664" y="366873"/>
                  <a:pt x="328131" y="408167"/>
                </a:cubicBezTo>
                <a:cubicBezTo>
                  <a:pt x="323076" y="419430"/>
                  <a:pt x="324425" y="438199"/>
                  <a:pt x="324425" y="438199"/>
                </a:cubicBezTo>
                <a:lnTo>
                  <a:pt x="302185" y="438199"/>
                </a:lnTo>
                <a:cubicBezTo>
                  <a:pt x="298478" y="426939"/>
                  <a:pt x="272532" y="389405"/>
                  <a:pt x="291065" y="370627"/>
                </a:cubicBezTo>
                <a:close/>
                <a:moveTo>
                  <a:pt x="414073" y="370627"/>
                </a:moveTo>
                <a:cubicBezTo>
                  <a:pt x="423508" y="361068"/>
                  <a:pt x="432607" y="396897"/>
                  <a:pt x="436313" y="396905"/>
                </a:cubicBezTo>
                <a:cubicBezTo>
                  <a:pt x="440020" y="396912"/>
                  <a:pt x="445209" y="387145"/>
                  <a:pt x="451140" y="378136"/>
                </a:cubicBezTo>
                <a:cubicBezTo>
                  <a:pt x="458552" y="366873"/>
                  <a:pt x="469672" y="366873"/>
                  <a:pt x="451140" y="408167"/>
                </a:cubicBezTo>
                <a:cubicBezTo>
                  <a:pt x="446085" y="419430"/>
                  <a:pt x="447433" y="438199"/>
                  <a:pt x="447433" y="438199"/>
                </a:cubicBezTo>
                <a:lnTo>
                  <a:pt x="425193" y="438199"/>
                </a:lnTo>
                <a:cubicBezTo>
                  <a:pt x="421487" y="426939"/>
                  <a:pt x="395540" y="389405"/>
                  <a:pt x="414073" y="370627"/>
                </a:cubicBezTo>
                <a:close/>
                <a:moveTo>
                  <a:pt x="379681" y="385644"/>
                </a:moveTo>
                <a:cubicBezTo>
                  <a:pt x="392919" y="400248"/>
                  <a:pt x="374386" y="429442"/>
                  <a:pt x="371738" y="438199"/>
                </a:cubicBezTo>
                <a:lnTo>
                  <a:pt x="355853" y="438199"/>
                </a:lnTo>
                <a:cubicBezTo>
                  <a:pt x="355853" y="438199"/>
                  <a:pt x="356816" y="423600"/>
                  <a:pt x="353206" y="414841"/>
                </a:cubicBezTo>
                <a:cubicBezTo>
                  <a:pt x="339968" y="382724"/>
                  <a:pt x="347911" y="382724"/>
                  <a:pt x="353206" y="391483"/>
                </a:cubicBezTo>
                <a:cubicBezTo>
                  <a:pt x="357442" y="398490"/>
                  <a:pt x="361148" y="406087"/>
                  <a:pt x="363796" y="406082"/>
                </a:cubicBezTo>
                <a:cubicBezTo>
                  <a:pt x="366444" y="406075"/>
                  <a:pt x="372942" y="378209"/>
                  <a:pt x="379681" y="385644"/>
                </a:cubicBezTo>
                <a:close/>
                <a:moveTo>
                  <a:pt x="502689" y="385644"/>
                </a:moveTo>
                <a:cubicBezTo>
                  <a:pt x="515927" y="400248"/>
                  <a:pt x="497395" y="429442"/>
                  <a:pt x="494747" y="438199"/>
                </a:cubicBezTo>
                <a:lnTo>
                  <a:pt x="478862" y="438199"/>
                </a:lnTo>
                <a:cubicBezTo>
                  <a:pt x="478862" y="438199"/>
                  <a:pt x="479824" y="423600"/>
                  <a:pt x="476214" y="414841"/>
                </a:cubicBezTo>
                <a:cubicBezTo>
                  <a:pt x="462976" y="382724"/>
                  <a:pt x="470919" y="382724"/>
                  <a:pt x="476214" y="391483"/>
                </a:cubicBezTo>
                <a:cubicBezTo>
                  <a:pt x="480450" y="398490"/>
                  <a:pt x="484157" y="406087"/>
                  <a:pt x="486804" y="406082"/>
                </a:cubicBezTo>
                <a:cubicBezTo>
                  <a:pt x="489452" y="406075"/>
                  <a:pt x="495951" y="378209"/>
                  <a:pt x="502689" y="385644"/>
                </a:cubicBezTo>
                <a:close/>
                <a:moveTo>
                  <a:pt x="753427" y="476639"/>
                </a:moveTo>
                <a:lnTo>
                  <a:pt x="753427" y="438199"/>
                </a:lnTo>
                <a:lnTo>
                  <a:pt x="1030196" y="438199"/>
                </a:lnTo>
                <a:lnTo>
                  <a:pt x="1030196" y="476639"/>
                </a:lnTo>
                <a:close/>
                <a:moveTo>
                  <a:pt x="783099" y="370627"/>
                </a:moveTo>
                <a:cubicBezTo>
                  <a:pt x="792534" y="361068"/>
                  <a:pt x="801633" y="396897"/>
                  <a:pt x="805339" y="396905"/>
                </a:cubicBezTo>
                <a:cubicBezTo>
                  <a:pt x="809045" y="396912"/>
                  <a:pt x="814235" y="387145"/>
                  <a:pt x="820165" y="378136"/>
                </a:cubicBezTo>
                <a:cubicBezTo>
                  <a:pt x="827578" y="366873"/>
                  <a:pt x="838698" y="366873"/>
                  <a:pt x="820165" y="408167"/>
                </a:cubicBezTo>
                <a:cubicBezTo>
                  <a:pt x="815110" y="419430"/>
                  <a:pt x="816459" y="438199"/>
                  <a:pt x="816459" y="438199"/>
                </a:cubicBezTo>
                <a:lnTo>
                  <a:pt x="794219" y="438199"/>
                </a:lnTo>
                <a:cubicBezTo>
                  <a:pt x="790513" y="426939"/>
                  <a:pt x="764566" y="389405"/>
                  <a:pt x="783099" y="370627"/>
                </a:cubicBezTo>
                <a:close/>
                <a:moveTo>
                  <a:pt x="906108" y="370627"/>
                </a:moveTo>
                <a:cubicBezTo>
                  <a:pt x="915542" y="361068"/>
                  <a:pt x="924641" y="396897"/>
                  <a:pt x="928347" y="396905"/>
                </a:cubicBezTo>
                <a:cubicBezTo>
                  <a:pt x="932054" y="396912"/>
                  <a:pt x="937243" y="387145"/>
                  <a:pt x="943174" y="378136"/>
                </a:cubicBezTo>
                <a:cubicBezTo>
                  <a:pt x="950587" y="366873"/>
                  <a:pt x="961707" y="366873"/>
                  <a:pt x="943174" y="408167"/>
                </a:cubicBezTo>
                <a:cubicBezTo>
                  <a:pt x="938119" y="419430"/>
                  <a:pt x="939468" y="438199"/>
                  <a:pt x="939468" y="438199"/>
                </a:cubicBezTo>
                <a:lnTo>
                  <a:pt x="917228" y="438199"/>
                </a:lnTo>
                <a:cubicBezTo>
                  <a:pt x="913521" y="426939"/>
                  <a:pt x="887575" y="389405"/>
                  <a:pt x="906108" y="370627"/>
                </a:cubicBezTo>
                <a:close/>
                <a:moveTo>
                  <a:pt x="871715" y="385644"/>
                </a:moveTo>
                <a:cubicBezTo>
                  <a:pt x="884953" y="400248"/>
                  <a:pt x="866420" y="429442"/>
                  <a:pt x="863773" y="438199"/>
                </a:cubicBezTo>
                <a:lnTo>
                  <a:pt x="847888" y="438199"/>
                </a:lnTo>
                <a:cubicBezTo>
                  <a:pt x="847888" y="438199"/>
                  <a:pt x="848850" y="423600"/>
                  <a:pt x="845240" y="414841"/>
                </a:cubicBezTo>
                <a:cubicBezTo>
                  <a:pt x="832002" y="382724"/>
                  <a:pt x="839945" y="382724"/>
                  <a:pt x="845240" y="391483"/>
                </a:cubicBezTo>
                <a:cubicBezTo>
                  <a:pt x="849476" y="398490"/>
                  <a:pt x="853182" y="406087"/>
                  <a:pt x="855830" y="406082"/>
                </a:cubicBezTo>
                <a:cubicBezTo>
                  <a:pt x="858478" y="406075"/>
                  <a:pt x="864977" y="378209"/>
                  <a:pt x="871715" y="385644"/>
                </a:cubicBezTo>
                <a:close/>
                <a:moveTo>
                  <a:pt x="994724" y="385644"/>
                </a:moveTo>
                <a:cubicBezTo>
                  <a:pt x="1007962" y="400248"/>
                  <a:pt x="989429" y="429442"/>
                  <a:pt x="986781" y="438199"/>
                </a:cubicBezTo>
                <a:lnTo>
                  <a:pt x="970896" y="438199"/>
                </a:lnTo>
                <a:cubicBezTo>
                  <a:pt x="970896" y="438199"/>
                  <a:pt x="971859" y="423600"/>
                  <a:pt x="968248" y="414841"/>
                </a:cubicBezTo>
                <a:cubicBezTo>
                  <a:pt x="955010" y="382724"/>
                  <a:pt x="962954" y="382724"/>
                  <a:pt x="968248" y="391483"/>
                </a:cubicBezTo>
                <a:cubicBezTo>
                  <a:pt x="972485" y="398490"/>
                  <a:pt x="976191" y="406087"/>
                  <a:pt x="978839" y="406082"/>
                </a:cubicBezTo>
                <a:cubicBezTo>
                  <a:pt x="981486" y="406075"/>
                  <a:pt x="987985" y="378209"/>
                  <a:pt x="994724" y="385644"/>
                </a:cubicBezTo>
                <a:close/>
              </a:path>
            </a:pathLst>
          </a:custGeom>
          <a:noFill/>
          <a:ln w="11529">
            <a:solidFill>
              <a:srgbClr val="F669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26204" y="3265247"/>
            <a:ext cx="1291590" cy="615004"/>
          </a:xfrm>
          <a:custGeom>
            <a:avLst/>
            <a:gdLst/>
            <a:ahLst/>
            <a:cxnLst/>
            <a:rect l="0" t="0" r="0" b="0"/>
            <a:pathLst>
              <a:path w="1291590" h="615004">
                <a:moveTo>
                  <a:pt x="99353" y="522747"/>
                </a:moveTo>
                <a:lnTo>
                  <a:pt x="99353" y="0"/>
                </a:lnTo>
                <a:lnTo>
                  <a:pt x="1192236" y="0"/>
                </a:lnTo>
                <a:lnTo>
                  <a:pt x="1192236" y="522747"/>
                </a:lnTo>
                <a:close/>
                <a:moveTo>
                  <a:pt x="190919" y="0"/>
                </a:moveTo>
                <a:lnTo>
                  <a:pt x="99944" y="0"/>
                </a:lnTo>
                <a:cubicBezTo>
                  <a:pt x="99944" y="6057"/>
                  <a:pt x="101120" y="12055"/>
                  <a:pt x="103407" y="17652"/>
                </a:cubicBezTo>
                <a:cubicBezTo>
                  <a:pt x="105692" y="23249"/>
                  <a:pt x="109043" y="28334"/>
                  <a:pt x="113267" y="32617"/>
                </a:cubicBezTo>
                <a:cubicBezTo>
                  <a:pt x="117491" y="36901"/>
                  <a:pt x="122505" y="40298"/>
                  <a:pt x="128025" y="42617"/>
                </a:cubicBezTo>
                <a:cubicBezTo>
                  <a:pt x="133543" y="44935"/>
                  <a:pt x="139458" y="46128"/>
                  <a:pt x="145432" y="46128"/>
                </a:cubicBezTo>
                <a:cubicBezTo>
                  <a:pt x="151405" y="46128"/>
                  <a:pt x="157320" y="44935"/>
                  <a:pt x="162839" y="42617"/>
                </a:cubicBezTo>
                <a:cubicBezTo>
                  <a:pt x="168357" y="40298"/>
                  <a:pt x="173372" y="36901"/>
                  <a:pt x="177596" y="32617"/>
                </a:cubicBezTo>
                <a:cubicBezTo>
                  <a:pt x="181820" y="28334"/>
                  <a:pt x="185170" y="23249"/>
                  <a:pt x="187457" y="17652"/>
                </a:cubicBezTo>
                <a:cubicBezTo>
                  <a:pt x="189743" y="12055"/>
                  <a:pt x="190919" y="6057"/>
                  <a:pt x="190919" y="0"/>
                </a:cubicBezTo>
                <a:close/>
                <a:moveTo>
                  <a:pt x="281894" y="0"/>
                </a:moveTo>
                <a:lnTo>
                  <a:pt x="190919" y="0"/>
                </a:lnTo>
                <a:cubicBezTo>
                  <a:pt x="190919" y="6057"/>
                  <a:pt x="192096" y="12055"/>
                  <a:pt x="194381" y="17652"/>
                </a:cubicBezTo>
                <a:cubicBezTo>
                  <a:pt x="196668" y="23249"/>
                  <a:pt x="200018" y="28334"/>
                  <a:pt x="204242" y="32617"/>
                </a:cubicBezTo>
                <a:cubicBezTo>
                  <a:pt x="208466" y="36901"/>
                  <a:pt x="213480" y="40298"/>
                  <a:pt x="218999" y="42617"/>
                </a:cubicBezTo>
                <a:cubicBezTo>
                  <a:pt x="224518" y="44935"/>
                  <a:pt x="230433" y="46128"/>
                  <a:pt x="236407" y="46128"/>
                </a:cubicBezTo>
                <a:cubicBezTo>
                  <a:pt x="242380" y="46128"/>
                  <a:pt x="248295" y="44935"/>
                  <a:pt x="253814" y="42617"/>
                </a:cubicBezTo>
                <a:cubicBezTo>
                  <a:pt x="259333" y="40298"/>
                  <a:pt x="264347" y="36901"/>
                  <a:pt x="268571" y="32617"/>
                </a:cubicBezTo>
                <a:cubicBezTo>
                  <a:pt x="272795" y="28334"/>
                  <a:pt x="276145" y="23249"/>
                  <a:pt x="278432" y="17652"/>
                </a:cubicBezTo>
                <a:cubicBezTo>
                  <a:pt x="280717" y="12055"/>
                  <a:pt x="281894" y="6057"/>
                  <a:pt x="281894" y="0"/>
                </a:cubicBezTo>
                <a:close/>
                <a:moveTo>
                  <a:pt x="372869" y="0"/>
                </a:moveTo>
                <a:lnTo>
                  <a:pt x="281894" y="0"/>
                </a:lnTo>
                <a:cubicBezTo>
                  <a:pt x="281894" y="6057"/>
                  <a:pt x="283071" y="12055"/>
                  <a:pt x="285356" y="17652"/>
                </a:cubicBezTo>
                <a:cubicBezTo>
                  <a:pt x="287643" y="23249"/>
                  <a:pt x="290993" y="28334"/>
                  <a:pt x="295217" y="32617"/>
                </a:cubicBezTo>
                <a:cubicBezTo>
                  <a:pt x="299441" y="36901"/>
                  <a:pt x="304456" y="40298"/>
                  <a:pt x="309974" y="42617"/>
                </a:cubicBezTo>
                <a:cubicBezTo>
                  <a:pt x="315493" y="44935"/>
                  <a:pt x="321408" y="46128"/>
                  <a:pt x="327381" y="46128"/>
                </a:cubicBezTo>
                <a:cubicBezTo>
                  <a:pt x="333355" y="46128"/>
                  <a:pt x="339270" y="44935"/>
                  <a:pt x="344789" y="42617"/>
                </a:cubicBezTo>
                <a:cubicBezTo>
                  <a:pt x="350308" y="40298"/>
                  <a:pt x="355322" y="36901"/>
                  <a:pt x="359546" y="32617"/>
                </a:cubicBezTo>
                <a:cubicBezTo>
                  <a:pt x="363770" y="28334"/>
                  <a:pt x="367121" y="23249"/>
                  <a:pt x="369407" y="17652"/>
                </a:cubicBezTo>
                <a:cubicBezTo>
                  <a:pt x="371693" y="12055"/>
                  <a:pt x="372869" y="6057"/>
                  <a:pt x="372869" y="0"/>
                </a:cubicBezTo>
                <a:close/>
                <a:moveTo>
                  <a:pt x="463844" y="0"/>
                </a:moveTo>
                <a:lnTo>
                  <a:pt x="372869" y="0"/>
                </a:lnTo>
                <a:cubicBezTo>
                  <a:pt x="372869" y="6057"/>
                  <a:pt x="374045" y="12055"/>
                  <a:pt x="376332" y="17652"/>
                </a:cubicBezTo>
                <a:cubicBezTo>
                  <a:pt x="378618" y="23249"/>
                  <a:pt x="381968" y="28334"/>
                  <a:pt x="386193" y="32617"/>
                </a:cubicBezTo>
                <a:cubicBezTo>
                  <a:pt x="390416" y="36901"/>
                  <a:pt x="395431" y="40298"/>
                  <a:pt x="400950" y="42617"/>
                </a:cubicBezTo>
                <a:cubicBezTo>
                  <a:pt x="406468" y="44935"/>
                  <a:pt x="412383" y="46128"/>
                  <a:pt x="418357" y="46128"/>
                </a:cubicBezTo>
                <a:cubicBezTo>
                  <a:pt x="424331" y="46128"/>
                  <a:pt x="430245" y="44935"/>
                  <a:pt x="435764" y="42617"/>
                </a:cubicBezTo>
                <a:cubicBezTo>
                  <a:pt x="441283" y="40298"/>
                  <a:pt x="446298" y="36901"/>
                  <a:pt x="450521" y="32617"/>
                </a:cubicBezTo>
                <a:cubicBezTo>
                  <a:pt x="454745" y="28334"/>
                  <a:pt x="458096" y="23249"/>
                  <a:pt x="460382" y="17652"/>
                </a:cubicBezTo>
                <a:cubicBezTo>
                  <a:pt x="462668" y="12055"/>
                  <a:pt x="463844" y="6057"/>
                  <a:pt x="463844" y="0"/>
                </a:cubicBezTo>
                <a:close/>
                <a:moveTo>
                  <a:pt x="554820" y="0"/>
                </a:moveTo>
                <a:lnTo>
                  <a:pt x="463844" y="0"/>
                </a:lnTo>
                <a:cubicBezTo>
                  <a:pt x="463844" y="6057"/>
                  <a:pt x="465021" y="12055"/>
                  <a:pt x="467307" y="17652"/>
                </a:cubicBezTo>
                <a:cubicBezTo>
                  <a:pt x="469593" y="23249"/>
                  <a:pt x="472944" y="28334"/>
                  <a:pt x="477167" y="32617"/>
                </a:cubicBezTo>
                <a:cubicBezTo>
                  <a:pt x="481391" y="36901"/>
                  <a:pt x="486405" y="40298"/>
                  <a:pt x="491925" y="42617"/>
                </a:cubicBezTo>
                <a:cubicBezTo>
                  <a:pt x="497443" y="44935"/>
                  <a:pt x="503358" y="46128"/>
                  <a:pt x="509332" y="46128"/>
                </a:cubicBezTo>
                <a:cubicBezTo>
                  <a:pt x="515305" y="46128"/>
                  <a:pt x="521221" y="44935"/>
                  <a:pt x="526739" y="42617"/>
                </a:cubicBezTo>
                <a:cubicBezTo>
                  <a:pt x="532258" y="40298"/>
                  <a:pt x="537272" y="36901"/>
                  <a:pt x="541496" y="32617"/>
                </a:cubicBezTo>
                <a:cubicBezTo>
                  <a:pt x="545720" y="28334"/>
                  <a:pt x="549071" y="23249"/>
                  <a:pt x="551357" y="17652"/>
                </a:cubicBezTo>
                <a:cubicBezTo>
                  <a:pt x="553643" y="12055"/>
                  <a:pt x="554820" y="6057"/>
                  <a:pt x="554820" y="0"/>
                </a:cubicBezTo>
                <a:close/>
                <a:moveTo>
                  <a:pt x="645795" y="0"/>
                </a:moveTo>
                <a:lnTo>
                  <a:pt x="554820" y="0"/>
                </a:lnTo>
                <a:cubicBezTo>
                  <a:pt x="554820" y="6057"/>
                  <a:pt x="555996" y="12055"/>
                  <a:pt x="558282" y="17652"/>
                </a:cubicBezTo>
                <a:cubicBezTo>
                  <a:pt x="560568" y="23249"/>
                  <a:pt x="563918" y="28334"/>
                  <a:pt x="568142" y="32617"/>
                </a:cubicBezTo>
                <a:cubicBezTo>
                  <a:pt x="572366" y="36901"/>
                  <a:pt x="577381" y="40298"/>
                  <a:pt x="582899" y="42617"/>
                </a:cubicBezTo>
                <a:cubicBezTo>
                  <a:pt x="588419" y="44935"/>
                  <a:pt x="594333" y="46128"/>
                  <a:pt x="600307" y="46128"/>
                </a:cubicBezTo>
                <a:cubicBezTo>
                  <a:pt x="606280" y="46128"/>
                  <a:pt x="612195" y="44935"/>
                  <a:pt x="617714" y="42617"/>
                </a:cubicBezTo>
                <a:cubicBezTo>
                  <a:pt x="623233" y="40298"/>
                  <a:pt x="628247" y="36901"/>
                  <a:pt x="632472" y="32617"/>
                </a:cubicBezTo>
                <a:cubicBezTo>
                  <a:pt x="636696" y="28334"/>
                  <a:pt x="640046" y="23249"/>
                  <a:pt x="642332" y="17652"/>
                </a:cubicBezTo>
                <a:cubicBezTo>
                  <a:pt x="644618" y="12055"/>
                  <a:pt x="645795" y="6057"/>
                  <a:pt x="645795" y="0"/>
                </a:cubicBezTo>
                <a:close/>
                <a:moveTo>
                  <a:pt x="736769" y="0"/>
                </a:moveTo>
                <a:lnTo>
                  <a:pt x="645795" y="0"/>
                </a:lnTo>
                <a:cubicBezTo>
                  <a:pt x="645795" y="6057"/>
                  <a:pt x="646971" y="12055"/>
                  <a:pt x="649257" y="17652"/>
                </a:cubicBezTo>
                <a:cubicBezTo>
                  <a:pt x="651543" y="23249"/>
                  <a:pt x="654893" y="28334"/>
                  <a:pt x="659117" y="32617"/>
                </a:cubicBezTo>
                <a:cubicBezTo>
                  <a:pt x="663342" y="36901"/>
                  <a:pt x="668356" y="40298"/>
                  <a:pt x="673875" y="42617"/>
                </a:cubicBezTo>
                <a:cubicBezTo>
                  <a:pt x="679393" y="44935"/>
                  <a:pt x="685309" y="46128"/>
                  <a:pt x="691282" y="46128"/>
                </a:cubicBezTo>
                <a:cubicBezTo>
                  <a:pt x="697256" y="46128"/>
                  <a:pt x="703170" y="44935"/>
                  <a:pt x="708690" y="42617"/>
                </a:cubicBezTo>
                <a:cubicBezTo>
                  <a:pt x="714208" y="40298"/>
                  <a:pt x="719223" y="36901"/>
                  <a:pt x="723447" y="32617"/>
                </a:cubicBezTo>
                <a:cubicBezTo>
                  <a:pt x="727671" y="28334"/>
                  <a:pt x="731021" y="23249"/>
                  <a:pt x="733307" y="17652"/>
                </a:cubicBezTo>
                <a:cubicBezTo>
                  <a:pt x="735593" y="12055"/>
                  <a:pt x="736769" y="6057"/>
                  <a:pt x="736769" y="0"/>
                </a:cubicBezTo>
                <a:close/>
                <a:moveTo>
                  <a:pt x="827745" y="0"/>
                </a:moveTo>
                <a:lnTo>
                  <a:pt x="736769" y="0"/>
                </a:lnTo>
                <a:cubicBezTo>
                  <a:pt x="736769" y="6057"/>
                  <a:pt x="737946" y="12055"/>
                  <a:pt x="740232" y="17652"/>
                </a:cubicBezTo>
                <a:cubicBezTo>
                  <a:pt x="742518" y="23249"/>
                  <a:pt x="745869" y="28334"/>
                  <a:pt x="750093" y="32617"/>
                </a:cubicBezTo>
                <a:cubicBezTo>
                  <a:pt x="754316" y="36901"/>
                  <a:pt x="759331" y="40298"/>
                  <a:pt x="764850" y="42617"/>
                </a:cubicBezTo>
                <a:cubicBezTo>
                  <a:pt x="770368" y="44935"/>
                  <a:pt x="776284" y="46128"/>
                  <a:pt x="782257" y="46128"/>
                </a:cubicBezTo>
                <a:cubicBezTo>
                  <a:pt x="788231" y="46128"/>
                  <a:pt x="794146" y="44935"/>
                  <a:pt x="799664" y="42617"/>
                </a:cubicBezTo>
                <a:cubicBezTo>
                  <a:pt x="805183" y="40298"/>
                  <a:pt x="810198" y="36901"/>
                  <a:pt x="814422" y="32617"/>
                </a:cubicBezTo>
                <a:cubicBezTo>
                  <a:pt x="818645" y="28334"/>
                  <a:pt x="821996" y="23249"/>
                  <a:pt x="824282" y="17652"/>
                </a:cubicBezTo>
                <a:cubicBezTo>
                  <a:pt x="826568" y="12055"/>
                  <a:pt x="827745" y="6057"/>
                  <a:pt x="827745" y="0"/>
                </a:cubicBezTo>
                <a:close/>
                <a:moveTo>
                  <a:pt x="918720" y="0"/>
                </a:moveTo>
                <a:lnTo>
                  <a:pt x="827745" y="0"/>
                </a:lnTo>
                <a:cubicBezTo>
                  <a:pt x="827745" y="6057"/>
                  <a:pt x="828921" y="12055"/>
                  <a:pt x="831207" y="17652"/>
                </a:cubicBezTo>
                <a:cubicBezTo>
                  <a:pt x="833493" y="23249"/>
                  <a:pt x="836844" y="28334"/>
                  <a:pt x="841067" y="32617"/>
                </a:cubicBezTo>
                <a:cubicBezTo>
                  <a:pt x="845291" y="36901"/>
                  <a:pt x="850306" y="40298"/>
                  <a:pt x="855825" y="42617"/>
                </a:cubicBezTo>
                <a:cubicBezTo>
                  <a:pt x="861344" y="44935"/>
                  <a:pt x="867258" y="46128"/>
                  <a:pt x="873232" y="46128"/>
                </a:cubicBezTo>
                <a:cubicBezTo>
                  <a:pt x="879206" y="46128"/>
                  <a:pt x="885121" y="44935"/>
                  <a:pt x="890639" y="42617"/>
                </a:cubicBezTo>
                <a:cubicBezTo>
                  <a:pt x="896158" y="40298"/>
                  <a:pt x="901173" y="36901"/>
                  <a:pt x="905396" y="32617"/>
                </a:cubicBezTo>
                <a:cubicBezTo>
                  <a:pt x="909621" y="28334"/>
                  <a:pt x="912971" y="23249"/>
                  <a:pt x="915257" y="17652"/>
                </a:cubicBezTo>
                <a:cubicBezTo>
                  <a:pt x="917543" y="12055"/>
                  <a:pt x="918720" y="6057"/>
                  <a:pt x="918720" y="0"/>
                </a:cubicBezTo>
                <a:close/>
                <a:moveTo>
                  <a:pt x="1009695" y="0"/>
                </a:moveTo>
                <a:lnTo>
                  <a:pt x="918720" y="0"/>
                </a:lnTo>
                <a:cubicBezTo>
                  <a:pt x="918720" y="6057"/>
                  <a:pt x="919896" y="12055"/>
                  <a:pt x="922182" y="17652"/>
                </a:cubicBezTo>
                <a:cubicBezTo>
                  <a:pt x="924468" y="23249"/>
                  <a:pt x="927819" y="28334"/>
                  <a:pt x="932043" y="32617"/>
                </a:cubicBezTo>
                <a:cubicBezTo>
                  <a:pt x="936267" y="36901"/>
                  <a:pt x="941281" y="40298"/>
                  <a:pt x="946800" y="42617"/>
                </a:cubicBezTo>
                <a:cubicBezTo>
                  <a:pt x="952319" y="44935"/>
                  <a:pt x="958234" y="46128"/>
                  <a:pt x="964208" y="46128"/>
                </a:cubicBezTo>
                <a:cubicBezTo>
                  <a:pt x="970181" y="46128"/>
                  <a:pt x="976096" y="44935"/>
                  <a:pt x="981615" y="42617"/>
                </a:cubicBezTo>
                <a:cubicBezTo>
                  <a:pt x="987133" y="40298"/>
                  <a:pt x="992148" y="36901"/>
                  <a:pt x="996372" y="32617"/>
                </a:cubicBezTo>
                <a:cubicBezTo>
                  <a:pt x="1000596" y="28334"/>
                  <a:pt x="1003946" y="23249"/>
                  <a:pt x="1006233" y="17652"/>
                </a:cubicBezTo>
                <a:cubicBezTo>
                  <a:pt x="1008518" y="12055"/>
                  <a:pt x="1009695" y="6057"/>
                  <a:pt x="1009695" y="0"/>
                </a:cubicBezTo>
                <a:close/>
                <a:moveTo>
                  <a:pt x="1100670" y="0"/>
                </a:moveTo>
                <a:lnTo>
                  <a:pt x="1009695" y="0"/>
                </a:lnTo>
                <a:cubicBezTo>
                  <a:pt x="1009695" y="6057"/>
                  <a:pt x="1010872" y="12055"/>
                  <a:pt x="1013157" y="17652"/>
                </a:cubicBezTo>
                <a:cubicBezTo>
                  <a:pt x="1015444" y="23249"/>
                  <a:pt x="1018794" y="28334"/>
                  <a:pt x="1023018" y="32617"/>
                </a:cubicBezTo>
                <a:cubicBezTo>
                  <a:pt x="1027242" y="36901"/>
                  <a:pt x="1032257" y="40298"/>
                  <a:pt x="1037775" y="42617"/>
                </a:cubicBezTo>
                <a:cubicBezTo>
                  <a:pt x="1043294" y="44935"/>
                  <a:pt x="1049209" y="46128"/>
                  <a:pt x="1055182" y="46128"/>
                </a:cubicBezTo>
                <a:cubicBezTo>
                  <a:pt x="1061156" y="46128"/>
                  <a:pt x="1067071" y="44935"/>
                  <a:pt x="1072590" y="42617"/>
                </a:cubicBezTo>
                <a:cubicBezTo>
                  <a:pt x="1078108" y="40298"/>
                  <a:pt x="1083123" y="36901"/>
                  <a:pt x="1087347" y="32617"/>
                </a:cubicBezTo>
                <a:cubicBezTo>
                  <a:pt x="1091571" y="28334"/>
                  <a:pt x="1094921" y="23249"/>
                  <a:pt x="1097207" y="17652"/>
                </a:cubicBezTo>
                <a:cubicBezTo>
                  <a:pt x="1099493" y="12055"/>
                  <a:pt x="1100670" y="6057"/>
                  <a:pt x="1100670" y="0"/>
                </a:cubicBezTo>
                <a:close/>
                <a:moveTo>
                  <a:pt x="1191645" y="0"/>
                </a:moveTo>
                <a:lnTo>
                  <a:pt x="1100670" y="0"/>
                </a:lnTo>
                <a:cubicBezTo>
                  <a:pt x="1100670" y="6057"/>
                  <a:pt x="1101846" y="12055"/>
                  <a:pt x="1104132" y="17652"/>
                </a:cubicBezTo>
                <a:cubicBezTo>
                  <a:pt x="1106419" y="23249"/>
                  <a:pt x="1109769" y="28334"/>
                  <a:pt x="1113993" y="32617"/>
                </a:cubicBezTo>
                <a:cubicBezTo>
                  <a:pt x="1118217" y="36901"/>
                  <a:pt x="1123232" y="40298"/>
                  <a:pt x="1128750" y="42617"/>
                </a:cubicBezTo>
                <a:cubicBezTo>
                  <a:pt x="1134269" y="44935"/>
                  <a:pt x="1140184" y="46128"/>
                  <a:pt x="1146157" y="46128"/>
                </a:cubicBezTo>
                <a:cubicBezTo>
                  <a:pt x="1152131" y="46128"/>
                  <a:pt x="1158046" y="44935"/>
                  <a:pt x="1163565" y="42617"/>
                </a:cubicBezTo>
                <a:cubicBezTo>
                  <a:pt x="1169084" y="40298"/>
                  <a:pt x="1174098" y="36901"/>
                  <a:pt x="1178322" y="32617"/>
                </a:cubicBezTo>
                <a:cubicBezTo>
                  <a:pt x="1182546" y="28334"/>
                  <a:pt x="1185897" y="23249"/>
                  <a:pt x="1188182" y="17652"/>
                </a:cubicBezTo>
                <a:cubicBezTo>
                  <a:pt x="1190469" y="12055"/>
                  <a:pt x="1191645" y="6057"/>
                  <a:pt x="1191645" y="0"/>
                </a:cubicBezTo>
                <a:close/>
                <a:moveTo>
                  <a:pt x="276769" y="76861"/>
                </a:moveTo>
                <a:lnTo>
                  <a:pt x="184512" y="76861"/>
                </a:lnTo>
                <a:lnTo>
                  <a:pt x="184512" y="169117"/>
                </a:lnTo>
                <a:lnTo>
                  <a:pt x="184512" y="261373"/>
                </a:lnTo>
                <a:lnTo>
                  <a:pt x="184512" y="353630"/>
                </a:lnTo>
                <a:lnTo>
                  <a:pt x="184512" y="445886"/>
                </a:lnTo>
                <a:lnTo>
                  <a:pt x="276769" y="445886"/>
                </a:lnTo>
                <a:lnTo>
                  <a:pt x="369025" y="445886"/>
                </a:lnTo>
                <a:lnTo>
                  <a:pt x="369025" y="353630"/>
                </a:lnTo>
                <a:lnTo>
                  <a:pt x="369025" y="261373"/>
                </a:lnTo>
                <a:lnTo>
                  <a:pt x="369025" y="169117"/>
                </a:lnTo>
                <a:lnTo>
                  <a:pt x="369025" y="76861"/>
                </a:lnTo>
                <a:close/>
                <a:moveTo>
                  <a:pt x="276769" y="76861"/>
                </a:moveTo>
                <a:lnTo>
                  <a:pt x="276769" y="169117"/>
                </a:lnTo>
                <a:moveTo>
                  <a:pt x="276769" y="445886"/>
                </a:moveTo>
                <a:lnTo>
                  <a:pt x="276769" y="169117"/>
                </a:lnTo>
                <a:moveTo>
                  <a:pt x="184512" y="169117"/>
                </a:moveTo>
                <a:lnTo>
                  <a:pt x="276769" y="169117"/>
                </a:lnTo>
                <a:moveTo>
                  <a:pt x="276769" y="169117"/>
                </a:moveTo>
                <a:lnTo>
                  <a:pt x="369025" y="169117"/>
                </a:lnTo>
                <a:moveTo>
                  <a:pt x="184512" y="261373"/>
                </a:moveTo>
                <a:lnTo>
                  <a:pt x="369025" y="261373"/>
                </a:lnTo>
                <a:moveTo>
                  <a:pt x="184512" y="353630"/>
                </a:moveTo>
                <a:lnTo>
                  <a:pt x="369025" y="353630"/>
                </a:lnTo>
                <a:moveTo>
                  <a:pt x="645795" y="76861"/>
                </a:moveTo>
                <a:lnTo>
                  <a:pt x="553538" y="76861"/>
                </a:lnTo>
                <a:lnTo>
                  <a:pt x="553538" y="169117"/>
                </a:lnTo>
                <a:lnTo>
                  <a:pt x="553538" y="261373"/>
                </a:lnTo>
                <a:lnTo>
                  <a:pt x="553538" y="353630"/>
                </a:lnTo>
                <a:lnTo>
                  <a:pt x="553538" y="445886"/>
                </a:lnTo>
                <a:lnTo>
                  <a:pt x="645795" y="445886"/>
                </a:lnTo>
                <a:lnTo>
                  <a:pt x="738051" y="445886"/>
                </a:lnTo>
                <a:lnTo>
                  <a:pt x="738051" y="353630"/>
                </a:lnTo>
                <a:lnTo>
                  <a:pt x="738051" y="261373"/>
                </a:lnTo>
                <a:lnTo>
                  <a:pt x="738051" y="169117"/>
                </a:lnTo>
                <a:lnTo>
                  <a:pt x="738051" y="76861"/>
                </a:lnTo>
                <a:close/>
                <a:moveTo>
                  <a:pt x="645795" y="76861"/>
                </a:moveTo>
                <a:lnTo>
                  <a:pt x="645795" y="169117"/>
                </a:lnTo>
                <a:moveTo>
                  <a:pt x="645795" y="445886"/>
                </a:moveTo>
                <a:lnTo>
                  <a:pt x="645795" y="169117"/>
                </a:lnTo>
                <a:moveTo>
                  <a:pt x="553538" y="169117"/>
                </a:moveTo>
                <a:lnTo>
                  <a:pt x="645795" y="169117"/>
                </a:lnTo>
                <a:moveTo>
                  <a:pt x="645795" y="169117"/>
                </a:moveTo>
                <a:lnTo>
                  <a:pt x="738051" y="169117"/>
                </a:lnTo>
                <a:moveTo>
                  <a:pt x="553538" y="261373"/>
                </a:moveTo>
                <a:lnTo>
                  <a:pt x="738051" y="261373"/>
                </a:lnTo>
                <a:moveTo>
                  <a:pt x="553538" y="353630"/>
                </a:moveTo>
                <a:lnTo>
                  <a:pt x="738051" y="353630"/>
                </a:lnTo>
                <a:moveTo>
                  <a:pt x="1014820" y="76861"/>
                </a:moveTo>
                <a:lnTo>
                  <a:pt x="922564" y="76861"/>
                </a:lnTo>
                <a:lnTo>
                  <a:pt x="922564" y="169117"/>
                </a:lnTo>
                <a:lnTo>
                  <a:pt x="922564" y="261373"/>
                </a:lnTo>
                <a:lnTo>
                  <a:pt x="922564" y="353630"/>
                </a:lnTo>
                <a:lnTo>
                  <a:pt x="922564" y="445886"/>
                </a:lnTo>
                <a:lnTo>
                  <a:pt x="1014820" y="445886"/>
                </a:lnTo>
                <a:lnTo>
                  <a:pt x="1107077" y="445886"/>
                </a:lnTo>
                <a:lnTo>
                  <a:pt x="1107077" y="353630"/>
                </a:lnTo>
                <a:lnTo>
                  <a:pt x="1107077" y="261373"/>
                </a:lnTo>
                <a:lnTo>
                  <a:pt x="1107077" y="169117"/>
                </a:lnTo>
                <a:lnTo>
                  <a:pt x="1107077" y="76861"/>
                </a:lnTo>
                <a:close/>
                <a:moveTo>
                  <a:pt x="1014820" y="76861"/>
                </a:moveTo>
                <a:lnTo>
                  <a:pt x="1014820" y="169117"/>
                </a:lnTo>
                <a:moveTo>
                  <a:pt x="1014820" y="445886"/>
                </a:moveTo>
                <a:lnTo>
                  <a:pt x="1014820" y="169117"/>
                </a:lnTo>
                <a:moveTo>
                  <a:pt x="922564" y="169117"/>
                </a:moveTo>
                <a:lnTo>
                  <a:pt x="1014820" y="169117"/>
                </a:lnTo>
                <a:moveTo>
                  <a:pt x="1014820" y="169117"/>
                </a:moveTo>
                <a:lnTo>
                  <a:pt x="1107077" y="169117"/>
                </a:lnTo>
                <a:moveTo>
                  <a:pt x="922564" y="261373"/>
                </a:moveTo>
                <a:lnTo>
                  <a:pt x="1107077" y="261373"/>
                </a:lnTo>
                <a:moveTo>
                  <a:pt x="922564" y="353630"/>
                </a:moveTo>
                <a:lnTo>
                  <a:pt x="1107077" y="353630"/>
                </a:lnTo>
                <a:moveTo>
                  <a:pt x="0" y="522747"/>
                </a:moveTo>
                <a:lnTo>
                  <a:pt x="99353" y="522747"/>
                </a:lnTo>
                <a:lnTo>
                  <a:pt x="1192236" y="522747"/>
                </a:lnTo>
                <a:lnTo>
                  <a:pt x="1291590" y="522747"/>
                </a:lnTo>
                <a:lnTo>
                  <a:pt x="1291590" y="615004"/>
                </a:lnTo>
                <a:lnTo>
                  <a:pt x="92256" y="615004"/>
                </a:lnTo>
                <a:lnTo>
                  <a:pt x="69192" y="584252"/>
                </a:lnTo>
                <a:lnTo>
                  <a:pt x="30752" y="607316"/>
                </a:lnTo>
                <a:lnTo>
                  <a:pt x="11532" y="599628"/>
                </a:lnTo>
                <a:lnTo>
                  <a:pt x="0" y="568876"/>
                </a:lnTo>
                <a:close/>
                <a:moveTo>
                  <a:pt x="461282" y="522747"/>
                </a:moveTo>
                <a:cubicBezTo>
                  <a:pt x="461282" y="516690"/>
                  <a:pt x="460088" y="510692"/>
                  <a:pt x="457771" y="505095"/>
                </a:cubicBezTo>
                <a:cubicBezTo>
                  <a:pt x="455452" y="499498"/>
                  <a:pt x="452055" y="494413"/>
                  <a:pt x="447771" y="490130"/>
                </a:cubicBezTo>
                <a:cubicBezTo>
                  <a:pt x="443488" y="485846"/>
                  <a:pt x="438403" y="482449"/>
                  <a:pt x="432806" y="480130"/>
                </a:cubicBezTo>
                <a:cubicBezTo>
                  <a:pt x="427209" y="477812"/>
                  <a:pt x="421211" y="476619"/>
                  <a:pt x="415153" y="476619"/>
                </a:cubicBezTo>
                <a:cubicBezTo>
                  <a:pt x="409096" y="476619"/>
                  <a:pt x="403098" y="477812"/>
                  <a:pt x="397501" y="480130"/>
                </a:cubicBezTo>
                <a:cubicBezTo>
                  <a:pt x="391904" y="482449"/>
                  <a:pt x="386819" y="485846"/>
                  <a:pt x="382536" y="490130"/>
                </a:cubicBezTo>
                <a:cubicBezTo>
                  <a:pt x="378252" y="494413"/>
                  <a:pt x="374855" y="499498"/>
                  <a:pt x="372536" y="505095"/>
                </a:cubicBezTo>
                <a:cubicBezTo>
                  <a:pt x="370218" y="510692"/>
                  <a:pt x="369025" y="516690"/>
                  <a:pt x="369025" y="522747"/>
                </a:cubicBezTo>
                <a:close/>
                <a:moveTo>
                  <a:pt x="553538" y="522747"/>
                </a:moveTo>
                <a:cubicBezTo>
                  <a:pt x="553538" y="516690"/>
                  <a:pt x="552345" y="510692"/>
                  <a:pt x="550027" y="505095"/>
                </a:cubicBezTo>
                <a:cubicBezTo>
                  <a:pt x="547708" y="499498"/>
                  <a:pt x="544311" y="494413"/>
                  <a:pt x="540027" y="490130"/>
                </a:cubicBezTo>
                <a:cubicBezTo>
                  <a:pt x="535744" y="485846"/>
                  <a:pt x="530659" y="482449"/>
                  <a:pt x="525062" y="480130"/>
                </a:cubicBezTo>
                <a:cubicBezTo>
                  <a:pt x="519466" y="477812"/>
                  <a:pt x="513467" y="476619"/>
                  <a:pt x="507410" y="476619"/>
                </a:cubicBezTo>
                <a:cubicBezTo>
                  <a:pt x="501352" y="476619"/>
                  <a:pt x="495354" y="477812"/>
                  <a:pt x="489757" y="480130"/>
                </a:cubicBezTo>
                <a:cubicBezTo>
                  <a:pt x="484160" y="482449"/>
                  <a:pt x="479076" y="485846"/>
                  <a:pt x="474793" y="490130"/>
                </a:cubicBezTo>
                <a:cubicBezTo>
                  <a:pt x="470509" y="494413"/>
                  <a:pt x="467112" y="499498"/>
                  <a:pt x="464793" y="505095"/>
                </a:cubicBezTo>
                <a:cubicBezTo>
                  <a:pt x="462475" y="510692"/>
                  <a:pt x="461282" y="516690"/>
                  <a:pt x="461282" y="522747"/>
                </a:cubicBezTo>
                <a:close/>
                <a:moveTo>
                  <a:pt x="830307" y="522747"/>
                </a:moveTo>
                <a:cubicBezTo>
                  <a:pt x="830307" y="516690"/>
                  <a:pt x="829114" y="510692"/>
                  <a:pt x="826796" y="505095"/>
                </a:cubicBezTo>
                <a:cubicBezTo>
                  <a:pt x="824478" y="499498"/>
                  <a:pt x="821080" y="494413"/>
                  <a:pt x="816796" y="490130"/>
                </a:cubicBezTo>
                <a:cubicBezTo>
                  <a:pt x="812513" y="485846"/>
                  <a:pt x="807429" y="482449"/>
                  <a:pt x="801832" y="480130"/>
                </a:cubicBezTo>
                <a:cubicBezTo>
                  <a:pt x="796235" y="477812"/>
                  <a:pt x="790237" y="476619"/>
                  <a:pt x="784179" y="476619"/>
                </a:cubicBezTo>
                <a:cubicBezTo>
                  <a:pt x="778122" y="476619"/>
                  <a:pt x="772124" y="477812"/>
                  <a:pt x="766527" y="480130"/>
                </a:cubicBezTo>
                <a:cubicBezTo>
                  <a:pt x="760930" y="482449"/>
                  <a:pt x="755845" y="485846"/>
                  <a:pt x="751562" y="490130"/>
                </a:cubicBezTo>
                <a:cubicBezTo>
                  <a:pt x="747278" y="494413"/>
                  <a:pt x="743881" y="499498"/>
                  <a:pt x="741562" y="505095"/>
                </a:cubicBezTo>
                <a:cubicBezTo>
                  <a:pt x="739244" y="510692"/>
                  <a:pt x="738051" y="516690"/>
                  <a:pt x="738051" y="522747"/>
                </a:cubicBezTo>
                <a:close/>
                <a:moveTo>
                  <a:pt x="922564" y="522747"/>
                </a:moveTo>
                <a:cubicBezTo>
                  <a:pt x="922564" y="516690"/>
                  <a:pt x="921371" y="510692"/>
                  <a:pt x="919053" y="505095"/>
                </a:cubicBezTo>
                <a:cubicBezTo>
                  <a:pt x="916734" y="499498"/>
                  <a:pt x="913337" y="494413"/>
                  <a:pt x="909053" y="490130"/>
                </a:cubicBezTo>
                <a:cubicBezTo>
                  <a:pt x="904770" y="485846"/>
                  <a:pt x="899685" y="482449"/>
                  <a:pt x="894088" y="480130"/>
                </a:cubicBezTo>
                <a:cubicBezTo>
                  <a:pt x="888491" y="477812"/>
                  <a:pt x="882493" y="476619"/>
                  <a:pt x="876436" y="476619"/>
                </a:cubicBezTo>
                <a:cubicBezTo>
                  <a:pt x="870378" y="476619"/>
                  <a:pt x="864380" y="477812"/>
                  <a:pt x="858783" y="480130"/>
                </a:cubicBezTo>
                <a:cubicBezTo>
                  <a:pt x="853186" y="482449"/>
                  <a:pt x="848101" y="485846"/>
                  <a:pt x="843818" y="490130"/>
                </a:cubicBezTo>
                <a:cubicBezTo>
                  <a:pt x="839535" y="494413"/>
                  <a:pt x="836137" y="499498"/>
                  <a:pt x="833819" y="505095"/>
                </a:cubicBezTo>
                <a:cubicBezTo>
                  <a:pt x="831501" y="510692"/>
                  <a:pt x="830307" y="516690"/>
                  <a:pt x="830307" y="522747"/>
                </a:cubicBezTo>
                <a:close/>
              </a:path>
            </a:pathLst>
          </a:custGeom>
          <a:noFill/>
          <a:ln w="11529">
            <a:solidFill>
              <a:srgbClr val="FD6A6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3418794" y="3880251"/>
            <a:ext cx="1799000" cy="615004"/>
            <a:chOff x="3418794" y="3880251"/>
            <a:chExt cx="1799000" cy="615004"/>
          </a:xfrm>
        </p:grpSpPr>
        <p:sp>
          <p:nvSpPr>
            <p:cNvPr id="10" name="Rounded Rectangle 9"/>
            <p:cNvSpPr/>
            <p:nvPr/>
          </p:nvSpPr>
          <p:spPr>
            <a:xfrm>
              <a:off x="3926204" y="3880251"/>
              <a:ext cx="1291590" cy="615004"/>
            </a:xfrm>
            <a:custGeom>
              <a:avLst/>
              <a:gdLst/>
              <a:ahLst/>
              <a:cxnLst/>
              <a:rect l="0" t="0" r="0" b="0"/>
              <a:pathLst>
                <a:path w="1291590" h="615004">
                  <a:moveTo>
                    <a:pt x="461282" y="245978"/>
                  </a:moveTo>
                  <a:lnTo>
                    <a:pt x="461282" y="153722"/>
                  </a:lnTo>
                  <a:lnTo>
                    <a:pt x="645795" y="153722"/>
                  </a:lnTo>
                  <a:moveTo>
                    <a:pt x="645795" y="153722"/>
                  </a:moveTo>
                  <a:lnTo>
                    <a:pt x="830307" y="153722"/>
                  </a:lnTo>
                  <a:lnTo>
                    <a:pt x="830307" y="245978"/>
                  </a:lnTo>
                  <a:moveTo>
                    <a:pt x="645795" y="153722"/>
                  </a:moveTo>
                  <a:lnTo>
                    <a:pt x="645795" y="615004"/>
                  </a:lnTo>
                  <a:moveTo>
                    <a:pt x="645795" y="615004"/>
                  </a:moveTo>
                  <a:lnTo>
                    <a:pt x="0" y="615004"/>
                  </a:lnTo>
                  <a:lnTo>
                    <a:pt x="0" y="522747"/>
                  </a:lnTo>
                  <a:lnTo>
                    <a:pt x="99353" y="522747"/>
                  </a:lnTo>
                  <a:lnTo>
                    <a:pt x="461282" y="522747"/>
                  </a:lnTo>
                  <a:lnTo>
                    <a:pt x="461282" y="245978"/>
                  </a:lnTo>
                  <a:moveTo>
                    <a:pt x="645795" y="615004"/>
                  </a:moveTo>
                  <a:lnTo>
                    <a:pt x="1291590" y="615004"/>
                  </a:lnTo>
                  <a:lnTo>
                    <a:pt x="1291590" y="522747"/>
                  </a:lnTo>
                  <a:lnTo>
                    <a:pt x="1192236" y="522747"/>
                  </a:lnTo>
                  <a:lnTo>
                    <a:pt x="830307" y="522747"/>
                  </a:lnTo>
                  <a:lnTo>
                    <a:pt x="830307" y="245978"/>
                  </a:lnTo>
                  <a:moveTo>
                    <a:pt x="461282" y="245978"/>
                  </a:moveTo>
                  <a:lnTo>
                    <a:pt x="830307" y="245978"/>
                  </a:lnTo>
                  <a:moveTo>
                    <a:pt x="1192236" y="522747"/>
                  </a:moveTo>
                  <a:lnTo>
                    <a:pt x="1192236" y="0"/>
                  </a:lnTo>
                  <a:lnTo>
                    <a:pt x="115320" y="0"/>
                  </a:lnTo>
                  <a:lnTo>
                    <a:pt x="99353" y="39932"/>
                  </a:lnTo>
                  <a:lnTo>
                    <a:pt x="142228" y="72603"/>
                  </a:lnTo>
                  <a:lnTo>
                    <a:pt x="99353" y="127056"/>
                  </a:lnTo>
                  <a:lnTo>
                    <a:pt x="203732" y="112536"/>
                  </a:lnTo>
                  <a:lnTo>
                    <a:pt x="115320" y="156098"/>
                  </a:lnTo>
                  <a:lnTo>
                    <a:pt x="153760" y="185139"/>
                  </a:lnTo>
                  <a:lnTo>
                    <a:pt x="99353" y="192400"/>
                  </a:lnTo>
                  <a:lnTo>
                    <a:pt x="115320" y="214181"/>
                  </a:lnTo>
                  <a:lnTo>
                    <a:pt x="99353" y="257743"/>
                  </a:lnTo>
                  <a:lnTo>
                    <a:pt x="153760" y="290415"/>
                  </a:lnTo>
                  <a:lnTo>
                    <a:pt x="99353" y="297675"/>
                  </a:lnTo>
                  <a:lnTo>
                    <a:pt x="99353" y="522747"/>
                  </a:lnTo>
                  <a:moveTo>
                    <a:pt x="553538" y="153722"/>
                  </a:moveTo>
                  <a:cubicBezTo>
                    <a:pt x="553538" y="147664"/>
                    <a:pt x="552345" y="141666"/>
                    <a:pt x="550027" y="136069"/>
                  </a:cubicBezTo>
                  <a:cubicBezTo>
                    <a:pt x="547708" y="130472"/>
                    <a:pt x="544311" y="125387"/>
                    <a:pt x="540027" y="121104"/>
                  </a:cubicBezTo>
                  <a:cubicBezTo>
                    <a:pt x="535744" y="116821"/>
                    <a:pt x="530659" y="113423"/>
                    <a:pt x="525062" y="111105"/>
                  </a:cubicBezTo>
                  <a:cubicBezTo>
                    <a:pt x="519465" y="108787"/>
                    <a:pt x="513467" y="107593"/>
                    <a:pt x="507410" y="107593"/>
                  </a:cubicBezTo>
                  <a:cubicBezTo>
                    <a:pt x="501352" y="107593"/>
                    <a:pt x="495354" y="108787"/>
                    <a:pt x="489757" y="111105"/>
                  </a:cubicBezTo>
                  <a:cubicBezTo>
                    <a:pt x="484160" y="113423"/>
                    <a:pt x="479076" y="116821"/>
                    <a:pt x="474793" y="121104"/>
                  </a:cubicBezTo>
                  <a:cubicBezTo>
                    <a:pt x="470509" y="125387"/>
                    <a:pt x="467111" y="130472"/>
                    <a:pt x="464793" y="136069"/>
                  </a:cubicBezTo>
                  <a:cubicBezTo>
                    <a:pt x="462475" y="141666"/>
                    <a:pt x="461282" y="147664"/>
                    <a:pt x="461282" y="153722"/>
                  </a:cubicBezTo>
                  <a:close/>
                  <a:moveTo>
                    <a:pt x="645795" y="153722"/>
                  </a:moveTo>
                  <a:cubicBezTo>
                    <a:pt x="645795" y="147664"/>
                    <a:pt x="644601" y="141666"/>
                    <a:pt x="642283" y="136069"/>
                  </a:cubicBezTo>
                  <a:cubicBezTo>
                    <a:pt x="639965" y="130472"/>
                    <a:pt x="636567" y="125387"/>
                    <a:pt x="632284" y="121104"/>
                  </a:cubicBezTo>
                  <a:cubicBezTo>
                    <a:pt x="628001" y="116821"/>
                    <a:pt x="622916" y="113423"/>
                    <a:pt x="617319" y="111105"/>
                  </a:cubicBezTo>
                  <a:cubicBezTo>
                    <a:pt x="611722" y="108787"/>
                    <a:pt x="605724" y="107593"/>
                    <a:pt x="599666" y="107593"/>
                  </a:cubicBezTo>
                  <a:cubicBezTo>
                    <a:pt x="593609" y="107593"/>
                    <a:pt x="587611" y="108787"/>
                    <a:pt x="582014" y="111105"/>
                  </a:cubicBezTo>
                  <a:cubicBezTo>
                    <a:pt x="576417" y="113423"/>
                    <a:pt x="571332" y="116821"/>
                    <a:pt x="567049" y="121104"/>
                  </a:cubicBezTo>
                  <a:cubicBezTo>
                    <a:pt x="562765" y="125387"/>
                    <a:pt x="559368" y="130472"/>
                    <a:pt x="557049" y="136069"/>
                  </a:cubicBezTo>
                  <a:cubicBezTo>
                    <a:pt x="554731" y="141666"/>
                    <a:pt x="553538" y="147664"/>
                    <a:pt x="553538" y="153722"/>
                  </a:cubicBezTo>
                  <a:close/>
                  <a:moveTo>
                    <a:pt x="738051" y="153722"/>
                  </a:moveTo>
                  <a:cubicBezTo>
                    <a:pt x="738051" y="147664"/>
                    <a:pt x="736858" y="141666"/>
                    <a:pt x="734540" y="136069"/>
                  </a:cubicBezTo>
                  <a:cubicBezTo>
                    <a:pt x="732221" y="130472"/>
                    <a:pt x="728824" y="125387"/>
                    <a:pt x="724540" y="121104"/>
                  </a:cubicBezTo>
                  <a:cubicBezTo>
                    <a:pt x="720257" y="116821"/>
                    <a:pt x="715172" y="113423"/>
                    <a:pt x="709575" y="111105"/>
                  </a:cubicBezTo>
                  <a:cubicBezTo>
                    <a:pt x="703978" y="108787"/>
                    <a:pt x="697980" y="107593"/>
                    <a:pt x="691923" y="107593"/>
                  </a:cubicBezTo>
                  <a:cubicBezTo>
                    <a:pt x="685865" y="107593"/>
                    <a:pt x="679867" y="108787"/>
                    <a:pt x="674270" y="111105"/>
                  </a:cubicBezTo>
                  <a:cubicBezTo>
                    <a:pt x="668673" y="113423"/>
                    <a:pt x="663588" y="116821"/>
                    <a:pt x="659305" y="121104"/>
                  </a:cubicBezTo>
                  <a:cubicBezTo>
                    <a:pt x="655022" y="125387"/>
                    <a:pt x="651624" y="130472"/>
                    <a:pt x="649306" y="136069"/>
                  </a:cubicBezTo>
                  <a:cubicBezTo>
                    <a:pt x="646988" y="141666"/>
                    <a:pt x="645795" y="147664"/>
                    <a:pt x="645795" y="153722"/>
                  </a:cubicBezTo>
                  <a:close/>
                  <a:moveTo>
                    <a:pt x="830307" y="153722"/>
                  </a:moveTo>
                  <a:cubicBezTo>
                    <a:pt x="830307" y="147664"/>
                    <a:pt x="829114" y="141666"/>
                    <a:pt x="826796" y="136069"/>
                  </a:cubicBezTo>
                  <a:cubicBezTo>
                    <a:pt x="824478" y="130472"/>
                    <a:pt x="821080" y="125387"/>
                    <a:pt x="816796" y="121104"/>
                  </a:cubicBezTo>
                  <a:cubicBezTo>
                    <a:pt x="812513" y="116821"/>
                    <a:pt x="807429" y="113423"/>
                    <a:pt x="801832" y="111105"/>
                  </a:cubicBezTo>
                  <a:cubicBezTo>
                    <a:pt x="796235" y="108787"/>
                    <a:pt x="790237" y="107593"/>
                    <a:pt x="784179" y="107593"/>
                  </a:cubicBezTo>
                  <a:cubicBezTo>
                    <a:pt x="778122" y="107593"/>
                    <a:pt x="772124" y="108787"/>
                    <a:pt x="766527" y="111105"/>
                  </a:cubicBezTo>
                  <a:cubicBezTo>
                    <a:pt x="760930" y="113423"/>
                    <a:pt x="755845" y="116821"/>
                    <a:pt x="751562" y="121104"/>
                  </a:cubicBezTo>
                  <a:cubicBezTo>
                    <a:pt x="747278" y="125387"/>
                    <a:pt x="743881" y="130472"/>
                    <a:pt x="741562" y="136069"/>
                  </a:cubicBezTo>
                  <a:cubicBezTo>
                    <a:pt x="739244" y="141666"/>
                    <a:pt x="738051" y="147664"/>
                    <a:pt x="738051" y="153722"/>
                  </a:cubicBezTo>
                  <a:close/>
                  <a:moveTo>
                    <a:pt x="276769" y="153722"/>
                  </a:moveTo>
                  <a:lnTo>
                    <a:pt x="184512" y="153722"/>
                  </a:lnTo>
                  <a:lnTo>
                    <a:pt x="184512" y="245978"/>
                  </a:lnTo>
                  <a:lnTo>
                    <a:pt x="184512" y="430491"/>
                  </a:lnTo>
                  <a:lnTo>
                    <a:pt x="276769" y="430491"/>
                  </a:lnTo>
                  <a:lnTo>
                    <a:pt x="369025" y="430491"/>
                  </a:lnTo>
                  <a:lnTo>
                    <a:pt x="369025" y="245978"/>
                  </a:lnTo>
                  <a:lnTo>
                    <a:pt x="369025" y="153722"/>
                  </a:lnTo>
                  <a:close/>
                  <a:moveTo>
                    <a:pt x="276769" y="153722"/>
                  </a:moveTo>
                  <a:lnTo>
                    <a:pt x="276769" y="245978"/>
                  </a:lnTo>
                  <a:moveTo>
                    <a:pt x="276769" y="430491"/>
                  </a:moveTo>
                  <a:lnTo>
                    <a:pt x="276769" y="245978"/>
                  </a:lnTo>
                  <a:moveTo>
                    <a:pt x="184512" y="245978"/>
                  </a:moveTo>
                  <a:lnTo>
                    <a:pt x="276769" y="245978"/>
                  </a:lnTo>
                  <a:moveTo>
                    <a:pt x="276769" y="245978"/>
                  </a:moveTo>
                  <a:lnTo>
                    <a:pt x="369025" y="245978"/>
                  </a:lnTo>
                  <a:moveTo>
                    <a:pt x="276769" y="153722"/>
                  </a:moveTo>
                  <a:cubicBezTo>
                    <a:pt x="276769" y="147664"/>
                    <a:pt x="275576" y="141666"/>
                    <a:pt x="273258" y="136069"/>
                  </a:cubicBezTo>
                  <a:cubicBezTo>
                    <a:pt x="270939" y="130472"/>
                    <a:pt x="267542" y="125387"/>
                    <a:pt x="263258" y="121104"/>
                  </a:cubicBezTo>
                  <a:cubicBezTo>
                    <a:pt x="258975" y="116821"/>
                    <a:pt x="253890" y="113423"/>
                    <a:pt x="248293" y="111105"/>
                  </a:cubicBezTo>
                  <a:cubicBezTo>
                    <a:pt x="242696" y="108787"/>
                    <a:pt x="236698" y="107593"/>
                    <a:pt x="230641" y="107593"/>
                  </a:cubicBezTo>
                  <a:cubicBezTo>
                    <a:pt x="224583" y="107593"/>
                    <a:pt x="218585" y="108787"/>
                    <a:pt x="212988" y="111105"/>
                  </a:cubicBezTo>
                  <a:cubicBezTo>
                    <a:pt x="207391" y="113423"/>
                    <a:pt x="202306" y="116821"/>
                    <a:pt x="198023" y="121104"/>
                  </a:cubicBezTo>
                  <a:cubicBezTo>
                    <a:pt x="193740" y="125387"/>
                    <a:pt x="190342" y="130472"/>
                    <a:pt x="188023" y="136069"/>
                  </a:cubicBezTo>
                  <a:cubicBezTo>
                    <a:pt x="185706" y="141666"/>
                    <a:pt x="184512" y="147664"/>
                    <a:pt x="184512" y="153722"/>
                  </a:cubicBezTo>
                  <a:close/>
                  <a:moveTo>
                    <a:pt x="369025" y="153722"/>
                  </a:moveTo>
                  <a:cubicBezTo>
                    <a:pt x="369025" y="147664"/>
                    <a:pt x="367832" y="141666"/>
                    <a:pt x="365514" y="136069"/>
                  </a:cubicBezTo>
                  <a:cubicBezTo>
                    <a:pt x="363195" y="130472"/>
                    <a:pt x="359798" y="125387"/>
                    <a:pt x="355514" y="121104"/>
                  </a:cubicBezTo>
                  <a:cubicBezTo>
                    <a:pt x="351231" y="116821"/>
                    <a:pt x="346146" y="113423"/>
                    <a:pt x="340550" y="111105"/>
                  </a:cubicBezTo>
                  <a:cubicBezTo>
                    <a:pt x="334953" y="108787"/>
                    <a:pt x="328954" y="107593"/>
                    <a:pt x="322897" y="107593"/>
                  </a:cubicBezTo>
                  <a:cubicBezTo>
                    <a:pt x="316840" y="107593"/>
                    <a:pt x="310841" y="108787"/>
                    <a:pt x="305245" y="111105"/>
                  </a:cubicBezTo>
                  <a:cubicBezTo>
                    <a:pt x="299648" y="113423"/>
                    <a:pt x="294563" y="116821"/>
                    <a:pt x="290280" y="121104"/>
                  </a:cubicBezTo>
                  <a:cubicBezTo>
                    <a:pt x="285996" y="125387"/>
                    <a:pt x="282599" y="130472"/>
                    <a:pt x="280280" y="136069"/>
                  </a:cubicBezTo>
                  <a:cubicBezTo>
                    <a:pt x="277962" y="141666"/>
                    <a:pt x="276769" y="147664"/>
                    <a:pt x="276769" y="153722"/>
                  </a:cubicBezTo>
                  <a:close/>
                  <a:moveTo>
                    <a:pt x="1014820" y="153722"/>
                  </a:moveTo>
                  <a:cubicBezTo>
                    <a:pt x="1014820" y="147664"/>
                    <a:pt x="1013627" y="141666"/>
                    <a:pt x="1011309" y="136069"/>
                  </a:cubicBezTo>
                  <a:cubicBezTo>
                    <a:pt x="1008990" y="130472"/>
                    <a:pt x="1005593" y="125387"/>
                    <a:pt x="1001309" y="121104"/>
                  </a:cubicBezTo>
                  <a:cubicBezTo>
                    <a:pt x="997026" y="116821"/>
                    <a:pt x="991941" y="113423"/>
                    <a:pt x="986344" y="111105"/>
                  </a:cubicBezTo>
                  <a:cubicBezTo>
                    <a:pt x="980748" y="108787"/>
                    <a:pt x="974749" y="107593"/>
                    <a:pt x="968692" y="107593"/>
                  </a:cubicBezTo>
                  <a:cubicBezTo>
                    <a:pt x="962635" y="107593"/>
                    <a:pt x="956636" y="108787"/>
                    <a:pt x="951039" y="111105"/>
                  </a:cubicBezTo>
                  <a:cubicBezTo>
                    <a:pt x="945443" y="113423"/>
                    <a:pt x="940358" y="116821"/>
                    <a:pt x="936075" y="121104"/>
                  </a:cubicBezTo>
                  <a:cubicBezTo>
                    <a:pt x="931791" y="125387"/>
                    <a:pt x="928394" y="130472"/>
                    <a:pt x="926075" y="136069"/>
                  </a:cubicBezTo>
                  <a:cubicBezTo>
                    <a:pt x="923757" y="141666"/>
                    <a:pt x="922564" y="147664"/>
                    <a:pt x="922564" y="153722"/>
                  </a:cubicBezTo>
                  <a:close/>
                  <a:moveTo>
                    <a:pt x="1107077" y="153722"/>
                  </a:moveTo>
                  <a:cubicBezTo>
                    <a:pt x="1107077" y="147664"/>
                    <a:pt x="1105883" y="141666"/>
                    <a:pt x="1103566" y="136069"/>
                  </a:cubicBezTo>
                  <a:cubicBezTo>
                    <a:pt x="1101247" y="130472"/>
                    <a:pt x="1097849" y="125387"/>
                    <a:pt x="1093566" y="121104"/>
                  </a:cubicBezTo>
                  <a:cubicBezTo>
                    <a:pt x="1089283" y="116821"/>
                    <a:pt x="1084198" y="113423"/>
                    <a:pt x="1078601" y="111105"/>
                  </a:cubicBezTo>
                  <a:cubicBezTo>
                    <a:pt x="1073004" y="108787"/>
                    <a:pt x="1067006" y="107593"/>
                    <a:pt x="1060948" y="107593"/>
                  </a:cubicBezTo>
                  <a:cubicBezTo>
                    <a:pt x="1054891" y="107593"/>
                    <a:pt x="1048893" y="108787"/>
                    <a:pt x="1043296" y="111105"/>
                  </a:cubicBezTo>
                  <a:cubicBezTo>
                    <a:pt x="1037699" y="113423"/>
                    <a:pt x="1032614" y="116821"/>
                    <a:pt x="1028331" y="121104"/>
                  </a:cubicBezTo>
                  <a:cubicBezTo>
                    <a:pt x="1024047" y="125387"/>
                    <a:pt x="1020650" y="130472"/>
                    <a:pt x="1018331" y="136069"/>
                  </a:cubicBezTo>
                  <a:cubicBezTo>
                    <a:pt x="1016013" y="141666"/>
                    <a:pt x="1014820" y="147664"/>
                    <a:pt x="1014820" y="153722"/>
                  </a:cubicBezTo>
                  <a:close/>
                  <a:moveTo>
                    <a:pt x="1014820" y="153722"/>
                  </a:moveTo>
                  <a:lnTo>
                    <a:pt x="922564" y="153722"/>
                  </a:lnTo>
                  <a:lnTo>
                    <a:pt x="922564" y="245978"/>
                  </a:lnTo>
                  <a:lnTo>
                    <a:pt x="922564" y="430491"/>
                  </a:lnTo>
                  <a:lnTo>
                    <a:pt x="1014820" y="430491"/>
                  </a:lnTo>
                  <a:lnTo>
                    <a:pt x="1107077" y="430491"/>
                  </a:lnTo>
                  <a:lnTo>
                    <a:pt x="1107077" y="245978"/>
                  </a:lnTo>
                  <a:lnTo>
                    <a:pt x="1107077" y="153722"/>
                  </a:lnTo>
                  <a:close/>
                  <a:moveTo>
                    <a:pt x="1014820" y="153722"/>
                  </a:moveTo>
                  <a:lnTo>
                    <a:pt x="1014820" y="245978"/>
                  </a:lnTo>
                  <a:moveTo>
                    <a:pt x="1014820" y="430491"/>
                  </a:moveTo>
                  <a:lnTo>
                    <a:pt x="1014820" y="245978"/>
                  </a:lnTo>
                  <a:moveTo>
                    <a:pt x="922564" y="245978"/>
                  </a:moveTo>
                  <a:lnTo>
                    <a:pt x="1014820" y="245978"/>
                  </a:lnTo>
                  <a:moveTo>
                    <a:pt x="1014820" y="245978"/>
                  </a:moveTo>
                  <a:lnTo>
                    <a:pt x="1107077" y="245978"/>
                  </a:lnTo>
                </a:path>
              </a:pathLst>
            </a:custGeom>
            <a:noFill/>
            <a:ln w="11529">
              <a:solidFill>
                <a:srgbClr val="F995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18794" y="4018597"/>
              <a:ext cx="495878" cy="476654"/>
            </a:xfrm>
            <a:custGeom>
              <a:avLst/>
              <a:gdLst/>
              <a:ahLst/>
              <a:cxnLst/>
              <a:rect l="0" t="0" r="0" b="0"/>
              <a:pathLst>
                <a:path w="495878" h="476654">
                  <a:moveTo>
                    <a:pt x="427568" y="42268"/>
                  </a:moveTo>
                  <a:lnTo>
                    <a:pt x="374564" y="98848"/>
                  </a:lnTo>
                  <a:lnTo>
                    <a:pt x="350845" y="76131"/>
                  </a:lnTo>
                  <a:lnTo>
                    <a:pt x="350845" y="42268"/>
                  </a:lnTo>
                  <a:lnTo>
                    <a:pt x="384401" y="26908"/>
                  </a:lnTo>
                  <a:lnTo>
                    <a:pt x="407674" y="0"/>
                  </a:lnTo>
                  <a:lnTo>
                    <a:pt x="420038" y="10105"/>
                  </a:lnTo>
                  <a:lnTo>
                    <a:pt x="431570" y="17793"/>
                  </a:lnTo>
                  <a:lnTo>
                    <a:pt x="427568" y="42268"/>
                  </a:lnTo>
                  <a:close/>
                  <a:moveTo>
                    <a:pt x="438218" y="122997"/>
                  </a:moveTo>
                  <a:lnTo>
                    <a:pt x="480502" y="130692"/>
                  </a:lnTo>
                  <a:lnTo>
                    <a:pt x="492034" y="149905"/>
                  </a:lnTo>
                  <a:lnTo>
                    <a:pt x="495878" y="176814"/>
                  </a:lnTo>
                  <a:lnTo>
                    <a:pt x="449750" y="176814"/>
                  </a:lnTo>
                  <a:lnTo>
                    <a:pt x="449750" y="146068"/>
                  </a:lnTo>
                  <a:lnTo>
                    <a:pt x="438218" y="122997"/>
                  </a:lnTo>
                  <a:close/>
                  <a:moveTo>
                    <a:pt x="301936" y="187982"/>
                  </a:moveTo>
                  <a:lnTo>
                    <a:pt x="348814" y="205717"/>
                  </a:lnTo>
                  <a:lnTo>
                    <a:pt x="333693" y="219855"/>
                  </a:lnTo>
                  <a:lnTo>
                    <a:pt x="306066" y="215392"/>
                  </a:lnTo>
                  <a:lnTo>
                    <a:pt x="301936" y="187982"/>
                  </a:lnTo>
                  <a:close/>
                  <a:moveTo>
                    <a:pt x="376713" y="291687"/>
                  </a:moveTo>
                  <a:lnTo>
                    <a:pt x="405945" y="257805"/>
                  </a:lnTo>
                  <a:lnTo>
                    <a:pt x="436041" y="282061"/>
                  </a:lnTo>
                  <a:lnTo>
                    <a:pt x="407674" y="309118"/>
                  </a:lnTo>
                  <a:lnTo>
                    <a:pt x="376713" y="291687"/>
                  </a:lnTo>
                  <a:close/>
                  <a:moveTo>
                    <a:pt x="266085" y="373614"/>
                  </a:moveTo>
                  <a:lnTo>
                    <a:pt x="210360" y="344922"/>
                  </a:lnTo>
                  <a:lnTo>
                    <a:pt x="165499" y="349052"/>
                  </a:lnTo>
                  <a:lnTo>
                    <a:pt x="151073" y="370310"/>
                  </a:lnTo>
                  <a:lnTo>
                    <a:pt x="151073" y="398605"/>
                  </a:lnTo>
                  <a:lnTo>
                    <a:pt x="169016" y="411078"/>
                  </a:lnTo>
                  <a:lnTo>
                    <a:pt x="146072" y="423552"/>
                  </a:lnTo>
                  <a:lnTo>
                    <a:pt x="111476" y="418994"/>
                  </a:lnTo>
                  <a:lnTo>
                    <a:pt x="96100" y="398760"/>
                  </a:lnTo>
                  <a:lnTo>
                    <a:pt x="69192" y="439202"/>
                  </a:lnTo>
                  <a:lnTo>
                    <a:pt x="34596" y="438214"/>
                  </a:lnTo>
                  <a:lnTo>
                    <a:pt x="0" y="476654"/>
                  </a:lnTo>
                  <a:lnTo>
                    <a:pt x="253705" y="476654"/>
                  </a:lnTo>
                  <a:lnTo>
                    <a:pt x="484346" y="476654"/>
                  </a:lnTo>
                  <a:lnTo>
                    <a:pt x="468970" y="461278"/>
                  </a:lnTo>
                  <a:lnTo>
                    <a:pt x="465126" y="438214"/>
                  </a:lnTo>
                  <a:lnTo>
                    <a:pt x="427568" y="429931"/>
                  </a:lnTo>
                  <a:lnTo>
                    <a:pt x="423823" y="413942"/>
                  </a:lnTo>
                  <a:lnTo>
                    <a:pt x="405945" y="404332"/>
                  </a:lnTo>
                  <a:lnTo>
                    <a:pt x="392089" y="373614"/>
                  </a:lnTo>
                  <a:lnTo>
                    <a:pt x="362268" y="352632"/>
                  </a:lnTo>
                  <a:lnTo>
                    <a:pt x="343048" y="368008"/>
                  </a:lnTo>
                  <a:lnTo>
                    <a:pt x="335360" y="398760"/>
                  </a:lnTo>
                  <a:lnTo>
                    <a:pt x="292145" y="426851"/>
                  </a:lnTo>
                  <a:lnTo>
                    <a:pt x="266085" y="404332"/>
                  </a:lnTo>
                  <a:lnTo>
                    <a:pt x="266085" y="373614"/>
                  </a:lnTo>
                  <a:close/>
                </a:path>
              </a:pathLst>
            </a:custGeom>
            <a:noFill/>
            <a:ln w="11529">
              <a:solidFill>
                <a:srgbClr val="F995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269615" y="371475"/>
            <a:ext cx="6604758" cy="800100"/>
            <a:chOff x="1269615" y="371475"/>
            <a:chExt cx="6604758" cy="800100"/>
          </a:xfrm>
        </p:grpSpPr>
        <p:sp>
          <p:nvSpPr>
            <p:cNvPr id="13" name="TextBox 12"/>
            <p:cNvSpPr txBox="1"/>
            <p:nvPr/>
          </p:nvSpPr>
          <p:spPr>
            <a:xfrm>
              <a:off x="1269615" y="371475"/>
              <a:ext cx="66047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FFFFFF"/>
                  </a:solidFill>
                  <a:latin typeface="Roboto"/>
                </a:rPr>
                <a:t>Technical Architecture Powers High-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69615" y="771525"/>
              <a:ext cx="660475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100" b="1">
                  <a:solidFill>
                    <a:srgbClr val="FFFFFF"/>
                  </a:solidFill>
                  <a:latin typeface="Roboto"/>
                </a:rPr>
                <a:t>Performance Analysis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403723" y="1758321"/>
            <a:ext cx="830818" cy="369054"/>
            <a:chOff x="2403723" y="1758321"/>
            <a:chExt cx="830818" cy="369054"/>
          </a:xfrm>
        </p:grpSpPr>
        <p:sp>
          <p:nvSpPr>
            <p:cNvPr id="16" name="TextBox 15"/>
            <p:cNvSpPr txBox="1"/>
            <p:nvPr/>
          </p:nvSpPr>
          <p:spPr>
            <a:xfrm>
              <a:off x="2403723" y="1758321"/>
              <a:ext cx="830818" cy="184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Roboto"/>
                </a:rPr>
                <a:t>Technical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03723" y="1942820"/>
              <a:ext cx="830818" cy="184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FFFFFF"/>
                  </a:solidFill>
                  <a:latin typeface="Roboto"/>
                </a:rPr>
                <a:t>Architecture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605870" y="2035234"/>
            <a:ext cx="725319" cy="18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CD6AFB"/>
                </a:solidFill>
                <a:latin typeface="Roboto"/>
              </a:rP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939" y="2219639"/>
            <a:ext cx="1180385" cy="153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Roboto"/>
              </a:rPr>
              <a:t>Modern, scalable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870" y="2312010"/>
            <a:ext cx="1165745" cy="153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Roboto"/>
              </a:rPr>
              <a:t>Integrated market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5870" y="2650238"/>
            <a:ext cx="1190977" cy="18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F669BE"/>
                </a:solidFill>
                <a:latin typeface="Roboto"/>
              </a:rPr>
              <a:t>Intelligence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5870" y="2927015"/>
            <a:ext cx="1266348" cy="153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Roboto"/>
              </a:rPr>
              <a:t>AI/ML prediction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5870" y="3265242"/>
            <a:ext cx="1177651" cy="18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FD6A65"/>
                </a:solidFill>
                <a:latin typeface="Roboto"/>
              </a:rPr>
              <a:t>Application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870" y="3542019"/>
            <a:ext cx="1442675" cy="153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Roboto"/>
              </a:rPr>
              <a:t>Robust API, data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5870" y="3880247"/>
            <a:ext cx="608047" cy="18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F99539"/>
                </a:solidFill>
                <a:latin typeface="Roboto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5870" y="4157023"/>
            <a:ext cx="1404937" cy="1537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Roboto"/>
              </a:rPr>
              <a:t>Premium, cross-platform UI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03565" y="2128918"/>
            <a:ext cx="1524241" cy="2495308"/>
          </a:xfrm>
          <a:custGeom>
            <a:avLst/>
            <a:gdLst/>
            <a:ahLst/>
            <a:cxnLst/>
            <a:rect l="0" t="0" r="0" b="0"/>
            <a:pathLst>
              <a:path w="1524241" h="2495308">
                <a:moveTo>
                  <a:pt x="1524241" y="112199"/>
                </a:moveTo>
                <a:lnTo>
                  <a:pt x="1524241" y="382206"/>
                </a:lnTo>
                <a:lnTo>
                  <a:pt x="1415367" y="593516"/>
                </a:lnTo>
                <a:lnTo>
                  <a:pt x="1415367" y="1016138"/>
                </a:lnTo>
                <a:lnTo>
                  <a:pt x="1233909" y="1297883"/>
                </a:lnTo>
                <a:lnTo>
                  <a:pt x="1233909" y="1608978"/>
                </a:lnTo>
                <a:lnTo>
                  <a:pt x="1052452" y="1855507"/>
                </a:lnTo>
                <a:lnTo>
                  <a:pt x="1052452" y="2078556"/>
                </a:lnTo>
                <a:lnTo>
                  <a:pt x="762120" y="2495308"/>
                </a:lnTo>
                <a:lnTo>
                  <a:pt x="653246" y="2319215"/>
                </a:lnTo>
                <a:lnTo>
                  <a:pt x="580663" y="2319215"/>
                </a:lnTo>
                <a:lnTo>
                  <a:pt x="362914" y="1967031"/>
                </a:lnTo>
                <a:lnTo>
                  <a:pt x="362914" y="1650067"/>
                </a:lnTo>
                <a:lnTo>
                  <a:pt x="217748" y="1438758"/>
                </a:lnTo>
                <a:lnTo>
                  <a:pt x="217748" y="1227446"/>
                </a:lnTo>
                <a:lnTo>
                  <a:pt x="72582" y="1016138"/>
                </a:lnTo>
                <a:lnTo>
                  <a:pt x="72582" y="628736"/>
                </a:lnTo>
                <a:lnTo>
                  <a:pt x="0" y="523081"/>
                </a:lnTo>
                <a:lnTo>
                  <a:pt x="0" y="109264"/>
                </a:lnTo>
                <a:moveTo>
                  <a:pt x="1524241" y="112288"/>
                </a:moveTo>
                <a:lnTo>
                  <a:pt x="1466205" y="32578"/>
                </a:lnTo>
                <a:cubicBezTo>
                  <a:pt x="1441673" y="32578"/>
                  <a:pt x="1413367" y="24135"/>
                  <a:pt x="1395155" y="7212"/>
                </a:cubicBezTo>
                <a:cubicBezTo>
                  <a:pt x="1392691" y="4924"/>
                  <a:pt x="1390406" y="2566"/>
                  <a:pt x="1388303" y="0"/>
                </a:cubicBezTo>
                <a:cubicBezTo>
                  <a:pt x="1386139" y="2566"/>
                  <a:pt x="1383855" y="4924"/>
                  <a:pt x="1381451" y="7212"/>
                </a:cubicBezTo>
                <a:cubicBezTo>
                  <a:pt x="1363239" y="24066"/>
                  <a:pt x="1336612" y="32528"/>
                  <a:pt x="1310164" y="32528"/>
                </a:cubicBezTo>
                <a:cubicBezTo>
                  <a:pt x="1283717" y="32528"/>
                  <a:pt x="1257090" y="24135"/>
                  <a:pt x="1238878" y="7212"/>
                </a:cubicBezTo>
                <a:cubicBezTo>
                  <a:pt x="1236414" y="4924"/>
                  <a:pt x="1234130" y="2566"/>
                  <a:pt x="1232026" y="0"/>
                </a:cubicBezTo>
                <a:cubicBezTo>
                  <a:pt x="1229862" y="2566"/>
                  <a:pt x="1227578" y="4924"/>
                  <a:pt x="1225174" y="7212"/>
                </a:cubicBezTo>
                <a:cubicBezTo>
                  <a:pt x="1206962" y="24066"/>
                  <a:pt x="1180334" y="32528"/>
                  <a:pt x="1153888" y="32528"/>
                </a:cubicBezTo>
                <a:cubicBezTo>
                  <a:pt x="1127441" y="32528"/>
                  <a:pt x="1100814" y="24135"/>
                  <a:pt x="1082602" y="7212"/>
                </a:cubicBezTo>
                <a:cubicBezTo>
                  <a:pt x="1080197" y="4924"/>
                  <a:pt x="1077913" y="2566"/>
                  <a:pt x="1075809" y="0"/>
                </a:cubicBezTo>
                <a:cubicBezTo>
                  <a:pt x="1073646" y="2566"/>
                  <a:pt x="1071362" y="4924"/>
                  <a:pt x="1068957" y="7212"/>
                </a:cubicBezTo>
                <a:cubicBezTo>
                  <a:pt x="1050745" y="24066"/>
                  <a:pt x="1024118" y="32528"/>
                  <a:pt x="997671" y="32528"/>
                </a:cubicBezTo>
                <a:cubicBezTo>
                  <a:pt x="971224" y="32528"/>
                  <a:pt x="944597" y="24135"/>
                  <a:pt x="926385" y="7212"/>
                </a:cubicBezTo>
                <a:cubicBezTo>
                  <a:pt x="923981" y="4924"/>
                  <a:pt x="921697" y="2566"/>
                  <a:pt x="919593" y="0"/>
                </a:cubicBezTo>
                <a:cubicBezTo>
                  <a:pt x="917429" y="2566"/>
                  <a:pt x="915145" y="4924"/>
                  <a:pt x="912741" y="7212"/>
                </a:cubicBezTo>
                <a:cubicBezTo>
                  <a:pt x="894528" y="24066"/>
                  <a:pt x="867901" y="32528"/>
                  <a:pt x="841455" y="32528"/>
                </a:cubicBezTo>
                <a:cubicBezTo>
                  <a:pt x="815008" y="32528"/>
                  <a:pt x="788381" y="24135"/>
                  <a:pt x="770168" y="7212"/>
                </a:cubicBezTo>
                <a:cubicBezTo>
                  <a:pt x="767764" y="4924"/>
                  <a:pt x="765480" y="2566"/>
                  <a:pt x="763377" y="0"/>
                </a:cubicBezTo>
                <a:cubicBezTo>
                  <a:pt x="761212" y="2566"/>
                  <a:pt x="758928" y="4924"/>
                  <a:pt x="756524" y="7212"/>
                </a:cubicBezTo>
                <a:cubicBezTo>
                  <a:pt x="738312" y="24066"/>
                  <a:pt x="711685" y="32528"/>
                  <a:pt x="685238" y="32528"/>
                </a:cubicBezTo>
                <a:cubicBezTo>
                  <a:pt x="658791" y="32528"/>
                  <a:pt x="632164" y="24135"/>
                  <a:pt x="613952" y="7212"/>
                </a:cubicBezTo>
                <a:cubicBezTo>
                  <a:pt x="611548" y="4924"/>
                  <a:pt x="609264" y="2566"/>
                  <a:pt x="607160" y="0"/>
                </a:cubicBezTo>
                <a:cubicBezTo>
                  <a:pt x="604996" y="2566"/>
                  <a:pt x="602712" y="4924"/>
                  <a:pt x="600307" y="7212"/>
                </a:cubicBezTo>
                <a:cubicBezTo>
                  <a:pt x="582095" y="24066"/>
                  <a:pt x="555468" y="32528"/>
                  <a:pt x="529021" y="32528"/>
                </a:cubicBezTo>
                <a:cubicBezTo>
                  <a:pt x="502575" y="32528"/>
                  <a:pt x="475948" y="24135"/>
                  <a:pt x="457735" y="7212"/>
                </a:cubicBezTo>
                <a:cubicBezTo>
                  <a:pt x="455271" y="4924"/>
                  <a:pt x="452987" y="2566"/>
                  <a:pt x="450883" y="0"/>
                </a:cubicBezTo>
                <a:cubicBezTo>
                  <a:pt x="448780" y="2566"/>
                  <a:pt x="446495" y="4924"/>
                  <a:pt x="444091" y="7212"/>
                </a:cubicBezTo>
                <a:cubicBezTo>
                  <a:pt x="425879" y="24066"/>
                  <a:pt x="399312" y="32528"/>
                  <a:pt x="372805" y="32528"/>
                </a:cubicBezTo>
                <a:cubicBezTo>
                  <a:pt x="346298" y="32528"/>
                  <a:pt x="319731" y="24135"/>
                  <a:pt x="301519" y="7212"/>
                </a:cubicBezTo>
                <a:cubicBezTo>
                  <a:pt x="299054" y="4924"/>
                  <a:pt x="296771" y="2566"/>
                  <a:pt x="294667" y="0"/>
                </a:cubicBezTo>
                <a:cubicBezTo>
                  <a:pt x="292563" y="2566"/>
                  <a:pt x="290279" y="4924"/>
                  <a:pt x="287875" y="7212"/>
                </a:cubicBezTo>
                <a:cubicBezTo>
                  <a:pt x="269663" y="24066"/>
                  <a:pt x="243035" y="32528"/>
                  <a:pt x="216588" y="32528"/>
                </a:cubicBezTo>
                <a:cubicBezTo>
                  <a:pt x="190141" y="32528"/>
                  <a:pt x="163514" y="24135"/>
                  <a:pt x="145302" y="7212"/>
                </a:cubicBezTo>
                <a:cubicBezTo>
                  <a:pt x="142838" y="4924"/>
                  <a:pt x="140554" y="2566"/>
                  <a:pt x="138450" y="0"/>
                </a:cubicBezTo>
                <a:cubicBezTo>
                  <a:pt x="136286" y="2566"/>
                  <a:pt x="134002" y="4924"/>
                  <a:pt x="131598" y="7212"/>
                </a:cubicBezTo>
                <a:cubicBezTo>
                  <a:pt x="113386" y="24066"/>
                  <a:pt x="84798" y="32528"/>
                  <a:pt x="58291" y="32528"/>
                </a:cubicBezTo>
                <a:lnTo>
                  <a:pt x="54556" y="32528"/>
                </a:lnTo>
                <a:lnTo>
                  <a:pt x="0" y="109263"/>
                </a:lnTo>
                <a:moveTo>
                  <a:pt x="0" y="518021"/>
                </a:moveTo>
                <a:lnTo>
                  <a:pt x="72582" y="518021"/>
                </a:lnTo>
                <a:lnTo>
                  <a:pt x="217747" y="350216"/>
                </a:lnTo>
                <a:lnTo>
                  <a:pt x="435496" y="350216"/>
                </a:lnTo>
                <a:moveTo>
                  <a:pt x="1161325" y="422019"/>
                </a:moveTo>
                <a:lnTo>
                  <a:pt x="1306491" y="422019"/>
                </a:lnTo>
                <a:lnTo>
                  <a:pt x="1415365" y="589824"/>
                </a:lnTo>
                <a:moveTo>
                  <a:pt x="362913" y="1646283"/>
                </a:moveTo>
                <a:lnTo>
                  <a:pt x="508079" y="1646283"/>
                </a:lnTo>
                <a:lnTo>
                  <a:pt x="580662" y="1730186"/>
                </a:lnTo>
                <a:lnTo>
                  <a:pt x="653245" y="1730186"/>
                </a:lnTo>
                <a:moveTo>
                  <a:pt x="217747" y="1223276"/>
                </a:moveTo>
                <a:lnTo>
                  <a:pt x="266136" y="1307179"/>
                </a:lnTo>
                <a:lnTo>
                  <a:pt x="362913" y="1307179"/>
                </a:lnTo>
                <a:moveTo>
                  <a:pt x="1052452" y="1418169"/>
                </a:moveTo>
                <a:lnTo>
                  <a:pt x="1161326" y="1418169"/>
                </a:lnTo>
                <a:lnTo>
                  <a:pt x="1233909" y="1292315"/>
                </a:lnTo>
                <a:moveTo>
                  <a:pt x="0" y="108874"/>
                </a:moveTo>
                <a:lnTo>
                  <a:pt x="0" y="111089"/>
                </a:lnTo>
                <a:moveTo>
                  <a:pt x="762120" y="2489677"/>
                </a:moveTo>
                <a:cubicBezTo>
                  <a:pt x="762120" y="2490543"/>
                  <a:pt x="762120" y="2491892"/>
                  <a:pt x="762120" y="2491892"/>
                </a:cubicBezTo>
              </a:path>
            </a:pathLst>
          </a:custGeom>
          <a:noFill/>
          <a:ln w="9072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8297" y="1505914"/>
            <a:ext cx="1411633" cy="659077"/>
          </a:xfrm>
          <a:custGeom>
            <a:avLst/>
            <a:gdLst/>
            <a:ahLst/>
            <a:cxnLst/>
            <a:rect l="0" t="0" r="0" b="0"/>
            <a:pathLst>
              <a:path w="1411633" h="659077">
                <a:moveTo>
                  <a:pt x="0" y="658215"/>
                </a:moveTo>
                <a:cubicBezTo>
                  <a:pt x="28823" y="659077"/>
                  <a:pt x="58982" y="649716"/>
                  <a:pt x="77194" y="632862"/>
                </a:cubicBezTo>
                <a:cubicBezTo>
                  <a:pt x="79599" y="630573"/>
                  <a:pt x="81883" y="628216"/>
                  <a:pt x="84046" y="625649"/>
                </a:cubicBezTo>
                <a:cubicBezTo>
                  <a:pt x="86150" y="628216"/>
                  <a:pt x="88435" y="630573"/>
                  <a:pt x="90899" y="632862"/>
                </a:cubicBezTo>
                <a:cubicBezTo>
                  <a:pt x="109111" y="649785"/>
                  <a:pt x="135738" y="658177"/>
                  <a:pt x="162185" y="658177"/>
                </a:cubicBezTo>
                <a:cubicBezTo>
                  <a:pt x="188632" y="658177"/>
                  <a:pt x="215259" y="649716"/>
                  <a:pt x="233472" y="632862"/>
                </a:cubicBezTo>
                <a:cubicBezTo>
                  <a:pt x="235875" y="630573"/>
                  <a:pt x="238159" y="628216"/>
                  <a:pt x="240263" y="625649"/>
                </a:cubicBezTo>
                <a:cubicBezTo>
                  <a:pt x="242367" y="628216"/>
                  <a:pt x="244651" y="630573"/>
                  <a:pt x="247115" y="632862"/>
                </a:cubicBezTo>
                <a:cubicBezTo>
                  <a:pt x="265328" y="649785"/>
                  <a:pt x="291895" y="658177"/>
                  <a:pt x="318401" y="658177"/>
                </a:cubicBezTo>
                <a:cubicBezTo>
                  <a:pt x="344909" y="658177"/>
                  <a:pt x="371475" y="649716"/>
                  <a:pt x="389688" y="632862"/>
                </a:cubicBezTo>
                <a:cubicBezTo>
                  <a:pt x="392092" y="630573"/>
                  <a:pt x="394376" y="628216"/>
                  <a:pt x="396480" y="625649"/>
                </a:cubicBezTo>
                <a:cubicBezTo>
                  <a:pt x="398584" y="628216"/>
                  <a:pt x="400868" y="630573"/>
                  <a:pt x="403332" y="632862"/>
                </a:cubicBezTo>
                <a:cubicBezTo>
                  <a:pt x="421544" y="649785"/>
                  <a:pt x="448171" y="658177"/>
                  <a:pt x="474618" y="658177"/>
                </a:cubicBezTo>
                <a:cubicBezTo>
                  <a:pt x="501065" y="658177"/>
                  <a:pt x="527692" y="649716"/>
                  <a:pt x="545904" y="632862"/>
                </a:cubicBezTo>
                <a:cubicBezTo>
                  <a:pt x="548308" y="630573"/>
                  <a:pt x="550593" y="628216"/>
                  <a:pt x="552757" y="625649"/>
                </a:cubicBezTo>
                <a:cubicBezTo>
                  <a:pt x="554860" y="628216"/>
                  <a:pt x="557144" y="630573"/>
                  <a:pt x="559549" y="632862"/>
                </a:cubicBezTo>
                <a:cubicBezTo>
                  <a:pt x="577761" y="649785"/>
                  <a:pt x="604388" y="658177"/>
                  <a:pt x="630835" y="658177"/>
                </a:cubicBezTo>
                <a:cubicBezTo>
                  <a:pt x="657281" y="658177"/>
                  <a:pt x="683909" y="649716"/>
                  <a:pt x="702121" y="632862"/>
                </a:cubicBezTo>
                <a:cubicBezTo>
                  <a:pt x="704526" y="630573"/>
                  <a:pt x="706810" y="628216"/>
                  <a:pt x="708973" y="625649"/>
                </a:cubicBezTo>
                <a:cubicBezTo>
                  <a:pt x="711077" y="628216"/>
                  <a:pt x="713361" y="630573"/>
                  <a:pt x="715765" y="632862"/>
                </a:cubicBezTo>
                <a:cubicBezTo>
                  <a:pt x="733977" y="649785"/>
                  <a:pt x="760604" y="658177"/>
                  <a:pt x="787051" y="658177"/>
                </a:cubicBezTo>
                <a:cubicBezTo>
                  <a:pt x="813498" y="658177"/>
                  <a:pt x="840126" y="649716"/>
                  <a:pt x="858338" y="632862"/>
                </a:cubicBezTo>
                <a:cubicBezTo>
                  <a:pt x="860742" y="630573"/>
                  <a:pt x="863026" y="628216"/>
                  <a:pt x="865190" y="625649"/>
                </a:cubicBezTo>
                <a:cubicBezTo>
                  <a:pt x="867293" y="628216"/>
                  <a:pt x="869577" y="630573"/>
                  <a:pt x="871982" y="632862"/>
                </a:cubicBezTo>
                <a:cubicBezTo>
                  <a:pt x="890194" y="649785"/>
                  <a:pt x="916821" y="658177"/>
                  <a:pt x="943268" y="658177"/>
                </a:cubicBezTo>
                <a:cubicBezTo>
                  <a:pt x="969715" y="658177"/>
                  <a:pt x="996342" y="649716"/>
                  <a:pt x="1014554" y="632862"/>
                </a:cubicBezTo>
                <a:cubicBezTo>
                  <a:pt x="1016959" y="630573"/>
                  <a:pt x="1019243" y="628216"/>
                  <a:pt x="1021406" y="625649"/>
                </a:cubicBezTo>
                <a:cubicBezTo>
                  <a:pt x="1023510" y="628216"/>
                  <a:pt x="1025794" y="630573"/>
                  <a:pt x="1028198" y="632862"/>
                </a:cubicBezTo>
                <a:cubicBezTo>
                  <a:pt x="1046411" y="649785"/>
                  <a:pt x="1073038" y="658177"/>
                  <a:pt x="1099484" y="658177"/>
                </a:cubicBezTo>
                <a:cubicBezTo>
                  <a:pt x="1125932" y="658177"/>
                  <a:pt x="1152559" y="649716"/>
                  <a:pt x="1170771" y="632862"/>
                </a:cubicBezTo>
                <a:cubicBezTo>
                  <a:pt x="1173175" y="630573"/>
                  <a:pt x="1175459" y="628216"/>
                  <a:pt x="1177623" y="625649"/>
                </a:cubicBezTo>
                <a:cubicBezTo>
                  <a:pt x="1179727" y="628216"/>
                  <a:pt x="1182011" y="630573"/>
                  <a:pt x="1184475" y="632862"/>
                </a:cubicBezTo>
                <a:cubicBezTo>
                  <a:pt x="1202688" y="649785"/>
                  <a:pt x="1229315" y="658177"/>
                  <a:pt x="1255761" y="658177"/>
                </a:cubicBezTo>
                <a:cubicBezTo>
                  <a:pt x="1282208" y="658177"/>
                  <a:pt x="1308835" y="649716"/>
                  <a:pt x="1327048" y="632862"/>
                </a:cubicBezTo>
                <a:cubicBezTo>
                  <a:pt x="1329452" y="630573"/>
                  <a:pt x="1331736" y="628216"/>
                  <a:pt x="1333900" y="625649"/>
                </a:cubicBezTo>
                <a:cubicBezTo>
                  <a:pt x="1336004" y="628216"/>
                  <a:pt x="1338288" y="630573"/>
                  <a:pt x="1340752" y="632862"/>
                </a:cubicBezTo>
                <a:cubicBezTo>
                  <a:pt x="1358079" y="648954"/>
                  <a:pt x="1385880" y="658207"/>
                  <a:pt x="1411633" y="658207"/>
                </a:cubicBezTo>
                <a:lnTo>
                  <a:pt x="1203666" y="387108"/>
                </a:lnTo>
                <a:lnTo>
                  <a:pt x="1131083" y="465740"/>
                </a:lnTo>
                <a:lnTo>
                  <a:pt x="907286" y="169360"/>
                </a:lnTo>
                <a:lnTo>
                  <a:pt x="840752" y="169360"/>
                </a:lnTo>
                <a:lnTo>
                  <a:pt x="707683" y="0"/>
                </a:lnTo>
                <a:lnTo>
                  <a:pt x="465740" y="308477"/>
                </a:lnTo>
                <a:lnTo>
                  <a:pt x="417348" y="254040"/>
                </a:lnTo>
                <a:lnTo>
                  <a:pt x="199603" y="544371"/>
                </a:lnTo>
                <a:lnTo>
                  <a:pt x="133065" y="544371"/>
                </a:lnTo>
                <a:lnTo>
                  <a:pt x="108874" y="514129"/>
                </a:lnTo>
                <a:lnTo>
                  <a:pt x="0" y="658215"/>
                </a:lnTo>
                <a:close/>
                <a:moveTo>
                  <a:pt x="840740" y="169360"/>
                </a:moveTo>
                <a:lnTo>
                  <a:pt x="743963" y="169360"/>
                </a:lnTo>
                <a:moveTo>
                  <a:pt x="295811" y="544371"/>
                </a:moveTo>
                <a:lnTo>
                  <a:pt x="199585" y="544371"/>
                </a:lnTo>
                <a:moveTo>
                  <a:pt x="1131072" y="465740"/>
                </a:moveTo>
                <a:lnTo>
                  <a:pt x="1076635" y="523201"/>
                </a:lnTo>
                <a:moveTo>
                  <a:pt x="465728" y="308477"/>
                </a:moveTo>
                <a:lnTo>
                  <a:pt x="405242" y="387108"/>
                </a:lnTo>
              </a:path>
            </a:pathLst>
          </a:custGeom>
          <a:noFill/>
          <a:ln w="90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42544" y="2131555"/>
            <a:ext cx="4062884" cy="32578"/>
          </a:xfrm>
          <a:custGeom>
            <a:avLst/>
            <a:gdLst/>
            <a:ahLst/>
            <a:cxnLst/>
            <a:rect l="0" t="0" r="0" b="0"/>
            <a:pathLst>
              <a:path w="4062884" h="32578">
                <a:moveTo>
                  <a:pt x="0" y="0"/>
                </a:moveTo>
                <a:cubicBezTo>
                  <a:pt x="2103" y="2566"/>
                  <a:pt x="4388" y="4924"/>
                  <a:pt x="6852" y="7212"/>
                </a:cubicBezTo>
                <a:cubicBezTo>
                  <a:pt x="25064" y="24135"/>
                  <a:pt x="51631" y="32528"/>
                  <a:pt x="78138" y="32528"/>
                </a:cubicBezTo>
                <a:cubicBezTo>
                  <a:pt x="104645" y="32528"/>
                  <a:pt x="131212" y="24066"/>
                  <a:pt x="149424" y="7212"/>
                </a:cubicBezTo>
                <a:cubicBezTo>
                  <a:pt x="151828" y="4924"/>
                  <a:pt x="154112" y="2566"/>
                  <a:pt x="156216" y="0"/>
                </a:cubicBezTo>
                <a:cubicBezTo>
                  <a:pt x="158320" y="2566"/>
                  <a:pt x="160604" y="4924"/>
                  <a:pt x="163069" y="7212"/>
                </a:cubicBezTo>
                <a:cubicBezTo>
                  <a:pt x="181281" y="24135"/>
                  <a:pt x="207907" y="32528"/>
                  <a:pt x="234355" y="32528"/>
                </a:cubicBezTo>
                <a:cubicBezTo>
                  <a:pt x="260801" y="32528"/>
                  <a:pt x="287428" y="24066"/>
                  <a:pt x="305641" y="7212"/>
                </a:cubicBezTo>
                <a:cubicBezTo>
                  <a:pt x="308045" y="4924"/>
                  <a:pt x="310329" y="2566"/>
                  <a:pt x="312493" y="0"/>
                </a:cubicBezTo>
                <a:cubicBezTo>
                  <a:pt x="314596" y="2566"/>
                  <a:pt x="316881" y="4924"/>
                  <a:pt x="319285" y="7212"/>
                </a:cubicBezTo>
                <a:cubicBezTo>
                  <a:pt x="337497" y="24135"/>
                  <a:pt x="364124" y="32528"/>
                  <a:pt x="390571" y="32528"/>
                </a:cubicBezTo>
                <a:cubicBezTo>
                  <a:pt x="417018" y="32528"/>
                  <a:pt x="443646" y="24066"/>
                  <a:pt x="461858" y="7212"/>
                </a:cubicBezTo>
                <a:cubicBezTo>
                  <a:pt x="464262" y="4924"/>
                  <a:pt x="466546" y="2566"/>
                  <a:pt x="468710" y="0"/>
                </a:cubicBezTo>
                <a:cubicBezTo>
                  <a:pt x="470813" y="2566"/>
                  <a:pt x="473097" y="4924"/>
                  <a:pt x="475502" y="7212"/>
                </a:cubicBezTo>
                <a:cubicBezTo>
                  <a:pt x="493714" y="24135"/>
                  <a:pt x="520341" y="32528"/>
                  <a:pt x="546788" y="32528"/>
                </a:cubicBezTo>
                <a:cubicBezTo>
                  <a:pt x="573235" y="32528"/>
                  <a:pt x="599862" y="24066"/>
                  <a:pt x="618074" y="7212"/>
                </a:cubicBezTo>
                <a:cubicBezTo>
                  <a:pt x="620478" y="4924"/>
                  <a:pt x="622763" y="2566"/>
                  <a:pt x="624926" y="0"/>
                </a:cubicBezTo>
                <a:cubicBezTo>
                  <a:pt x="627030" y="2566"/>
                  <a:pt x="629315" y="4924"/>
                  <a:pt x="631718" y="7212"/>
                </a:cubicBezTo>
                <a:cubicBezTo>
                  <a:pt x="649931" y="24135"/>
                  <a:pt x="676558" y="32528"/>
                  <a:pt x="703004" y="32528"/>
                </a:cubicBezTo>
                <a:cubicBezTo>
                  <a:pt x="729451" y="32528"/>
                  <a:pt x="756079" y="24066"/>
                  <a:pt x="774291" y="7212"/>
                </a:cubicBezTo>
                <a:cubicBezTo>
                  <a:pt x="776695" y="4924"/>
                  <a:pt x="778979" y="2566"/>
                  <a:pt x="781143" y="0"/>
                </a:cubicBezTo>
                <a:cubicBezTo>
                  <a:pt x="783247" y="2566"/>
                  <a:pt x="785531" y="4924"/>
                  <a:pt x="787935" y="7212"/>
                </a:cubicBezTo>
                <a:cubicBezTo>
                  <a:pt x="806147" y="24135"/>
                  <a:pt x="832775" y="32528"/>
                  <a:pt x="859221" y="32528"/>
                </a:cubicBezTo>
                <a:cubicBezTo>
                  <a:pt x="885668" y="32528"/>
                  <a:pt x="912295" y="24066"/>
                  <a:pt x="930507" y="7212"/>
                </a:cubicBezTo>
                <a:cubicBezTo>
                  <a:pt x="932911" y="4924"/>
                  <a:pt x="935196" y="2566"/>
                  <a:pt x="937360" y="0"/>
                </a:cubicBezTo>
                <a:cubicBezTo>
                  <a:pt x="939463" y="2566"/>
                  <a:pt x="941747" y="4924"/>
                  <a:pt x="944212" y="7212"/>
                </a:cubicBezTo>
                <a:cubicBezTo>
                  <a:pt x="962424" y="24135"/>
                  <a:pt x="989051" y="32528"/>
                  <a:pt x="1015498" y="32528"/>
                </a:cubicBezTo>
                <a:cubicBezTo>
                  <a:pt x="1041945" y="32528"/>
                  <a:pt x="1068572" y="24066"/>
                  <a:pt x="1086784" y="7212"/>
                </a:cubicBezTo>
                <a:cubicBezTo>
                  <a:pt x="1089188" y="4924"/>
                  <a:pt x="1091473" y="2566"/>
                  <a:pt x="1093636" y="0"/>
                </a:cubicBezTo>
                <a:cubicBezTo>
                  <a:pt x="1095740" y="2566"/>
                  <a:pt x="1098024" y="4924"/>
                  <a:pt x="1100489" y="7212"/>
                </a:cubicBezTo>
                <a:cubicBezTo>
                  <a:pt x="1118701" y="24135"/>
                  <a:pt x="1145692" y="32578"/>
                  <a:pt x="1172139" y="32578"/>
                </a:cubicBezTo>
                <a:cubicBezTo>
                  <a:pt x="1198645" y="32578"/>
                  <a:pt x="1224950" y="24066"/>
                  <a:pt x="1243162" y="7212"/>
                </a:cubicBezTo>
                <a:cubicBezTo>
                  <a:pt x="1245566" y="4924"/>
                  <a:pt x="1247850" y="2566"/>
                  <a:pt x="1250014" y="0"/>
                </a:cubicBezTo>
                <a:cubicBezTo>
                  <a:pt x="1252118" y="2566"/>
                  <a:pt x="1254402" y="4924"/>
                  <a:pt x="1256866" y="7212"/>
                </a:cubicBezTo>
                <a:cubicBezTo>
                  <a:pt x="1275078" y="24135"/>
                  <a:pt x="1301705" y="32528"/>
                  <a:pt x="1328153" y="32528"/>
                </a:cubicBezTo>
                <a:cubicBezTo>
                  <a:pt x="1354599" y="32528"/>
                  <a:pt x="1381226" y="24066"/>
                  <a:pt x="1399439" y="7212"/>
                </a:cubicBezTo>
                <a:cubicBezTo>
                  <a:pt x="1401843" y="4924"/>
                  <a:pt x="1404127" y="2566"/>
                  <a:pt x="1406231" y="0"/>
                </a:cubicBezTo>
                <a:cubicBezTo>
                  <a:pt x="1408334" y="2566"/>
                  <a:pt x="1410618" y="4924"/>
                  <a:pt x="1413083" y="7212"/>
                </a:cubicBezTo>
                <a:cubicBezTo>
                  <a:pt x="1431295" y="24135"/>
                  <a:pt x="1457862" y="32528"/>
                  <a:pt x="1484369" y="32528"/>
                </a:cubicBezTo>
                <a:cubicBezTo>
                  <a:pt x="1510876" y="32528"/>
                  <a:pt x="1537443" y="24066"/>
                  <a:pt x="1555655" y="7212"/>
                </a:cubicBezTo>
                <a:cubicBezTo>
                  <a:pt x="1558060" y="4924"/>
                  <a:pt x="1560344" y="2566"/>
                  <a:pt x="1562447" y="0"/>
                </a:cubicBezTo>
                <a:cubicBezTo>
                  <a:pt x="1564551" y="2566"/>
                  <a:pt x="1566835" y="4924"/>
                  <a:pt x="1569300" y="7212"/>
                </a:cubicBezTo>
                <a:cubicBezTo>
                  <a:pt x="1587512" y="24135"/>
                  <a:pt x="1614139" y="32528"/>
                  <a:pt x="1640586" y="32528"/>
                </a:cubicBezTo>
                <a:cubicBezTo>
                  <a:pt x="1667033" y="32528"/>
                  <a:pt x="1693660" y="24066"/>
                  <a:pt x="1711872" y="7212"/>
                </a:cubicBezTo>
                <a:cubicBezTo>
                  <a:pt x="1714276" y="4924"/>
                  <a:pt x="1716560" y="2566"/>
                  <a:pt x="1718724" y="0"/>
                </a:cubicBezTo>
                <a:cubicBezTo>
                  <a:pt x="1720828" y="2566"/>
                  <a:pt x="1723112" y="4924"/>
                  <a:pt x="1725516" y="7212"/>
                </a:cubicBezTo>
                <a:cubicBezTo>
                  <a:pt x="1743728" y="24135"/>
                  <a:pt x="1770355" y="32528"/>
                  <a:pt x="1796802" y="32528"/>
                </a:cubicBezTo>
                <a:cubicBezTo>
                  <a:pt x="1823249" y="32528"/>
                  <a:pt x="1849876" y="24066"/>
                  <a:pt x="1868088" y="7212"/>
                </a:cubicBezTo>
                <a:cubicBezTo>
                  <a:pt x="1870493" y="4924"/>
                  <a:pt x="1872777" y="2566"/>
                  <a:pt x="1874940" y="0"/>
                </a:cubicBezTo>
                <a:cubicBezTo>
                  <a:pt x="1877044" y="2566"/>
                  <a:pt x="1879328" y="4924"/>
                  <a:pt x="1881732" y="7212"/>
                </a:cubicBezTo>
                <a:cubicBezTo>
                  <a:pt x="1899945" y="24135"/>
                  <a:pt x="1926572" y="32528"/>
                  <a:pt x="1953019" y="32528"/>
                </a:cubicBezTo>
                <a:cubicBezTo>
                  <a:pt x="1979466" y="32528"/>
                  <a:pt x="2006093" y="24066"/>
                  <a:pt x="2024305" y="7212"/>
                </a:cubicBezTo>
                <a:cubicBezTo>
                  <a:pt x="2026709" y="4924"/>
                  <a:pt x="2028993" y="2566"/>
                  <a:pt x="2031157" y="0"/>
                </a:cubicBezTo>
                <a:cubicBezTo>
                  <a:pt x="2033261" y="2566"/>
                  <a:pt x="2035545" y="4924"/>
                  <a:pt x="2037950" y="7212"/>
                </a:cubicBezTo>
                <a:cubicBezTo>
                  <a:pt x="2056161" y="24135"/>
                  <a:pt x="2082789" y="32528"/>
                  <a:pt x="2109236" y="32528"/>
                </a:cubicBezTo>
                <a:cubicBezTo>
                  <a:pt x="2135682" y="32528"/>
                  <a:pt x="2162309" y="24066"/>
                  <a:pt x="2180522" y="7212"/>
                </a:cubicBezTo>
                <a:cubicBezTo>
                  <a:pt x="2182926" y="4924"/>
                  <a:pt x="2185210" y="2566"/>
                  <a:pt x="2187374" y="0"/>
                </a:cubicBezTo>
                <a:cubicBezTo>
                  <a:pt x="2189478" y="2566"/>
                  <a:pt x="2191762" y="4924"/>
                  <a:pt x="2194166" y="7212"/>
                </a:cubicBezTo>
                <a:cubicBezTo>
                  <a:pt x="2212378" y="24135"/>
                  <a:pt x="2239005" y="32528"/>
                  <a:pt x="2265452" y="32528"/>
                </a:cubicBezTo>
                <a:cubicBezTo>
                  <a:pt x="2291899" y="32528"/>
                  <a:pt x="2318526" y="24066"/>
                  <a:pt x="2336738" y="7212"/>
                </a:cubicBezTo>
                <a:cubicBezTo>
                  <a:pt x="2339143" y="4924"/>
                  <a:pt x="2341427" y="2566"/>
                  <a:pt x="2343590" y="0"/>
                </a:cubicBezTo>
                <a:cubicBezTo>
                  <a:pt x="2345695" y="2566"/>
                  <a:pt x="2347979" y="4924"/>
                  <a:pt x="2350443" y="7212"/>
                </a:cubicBezTo>
                <a:cubicBezTo>
                  <a:pt x="2368655" y="24135"/>
                  <a:pt x="2395282" y="32528"/>
                  <a:pt x="2421729" y="32528"/>
                </a:cubicBezTo>
                <a:cubicBezTo>
                  <a:pt x="2448176" y="32528"/>
                  <a:pt x="2474803" y="24066"/>
                  <a:pt x="2493015" y="7212"/>
                </a:cubicBezTo>
                <a:cubicBezTo>
                  <a:pt x="2495419" y="4924"/>
                  <a:pt x="2497704" y="2566"/>
                  <a:pt x="2499867" y="0"/>
                </a:cubicBezTo>
                <a:cubicBezTo>
                  <a:pt x="2501971" y="2566"/>
                  <a:pt x="2504255" y="4924"/>
                  <a:pt x="2506719" y="7212"/>
                </a:cubicBezTo>
                <a:cubicBezTo>
                  <a:pt x="2524931" y="24135"/>
                  <a:pt x="2550645" y="32578"/>
                  <a:pt x="2577092" y="32578"/>
                </a:cubicBezTo>
                <a:cubicBezTo>
                  <a:pt x="2603599" y="32578"/>
                  <a:pt x="2630959" y="24066"/>
                  <a:pt x="2649171" y="7212"/>
                </a:cubicBezTo>
                <a:cubicBezTo>
                  <a:pt x="2651575" y="4924"/>
                  <a:pt x="2653859" y="2566"/>
                  <a:pt x="2656023" y="0"/>
                </a:cubicBezTo>
                <a:cubicBezTo>
                  <a:pt x="2658127" y="2566"/>
                  <a:pt x="2660410" y="4924"/>
                  <a:pt x="2662875" y="7212"/>
                </a:cubicBezTo>
                <a:cubicBezTo>
                  <a:pt x="2681088" y="24135"/>
                  <a:pt x="2707715" y="32528"/>
                  <a:pt x="2734161" y="32528"/>
                </a:cubicBezTo>
                <a:cubicBezTo>
                  <a:pt x="2760608" y="32528"/>
                  <a:pt x="2787235" y="24066"/>
                  <a:pt x="2805448" y="7212"/>
                </a:cubicBezTo>
                <a:cubicBezTo>
                  <a:pt x="2807852" y="4924"/>
                  <a:pt x="2810136" y="2566"/>
                  <a:pt x="2812240" y="0"/>
                </a:cubicBezTo>
                <a:cubicBezTo>
                  <a:pt x="2814343" y="2566"/>
                  <a:pt x="2816628" y="4924"/>
                  <a:pt x="2819092" y="7212"/>
                </a:cubicBezTo>
                <a:cubicBezTo>
                  <a:pt x="2837304" y="24135"/>
                  <a:pt x="2863871" y="32528"/>
                  <a:pt x="2890378" y="32528"/>
                </a:cubicBezTo>
                <a:cubicBezTo>
                  <a:pt x="2916885" y="32528"/>
                  <a:pt x="2943452" y="24066"/>
                  <a:pt x="2961664" y="7212"/>
                </a:cubicBezTo>
                <a:cubicBezTo>
                  <a:pt x="2964068" y="4924"/>
                  <a:pt x="2966352" y="2566"/>
                  <a:pt x="2968456" y="0"/>
                </a:cubicBezTo>
                <a:cubicBezTo>
                  <a:pt x="2970560" y="2566"/>
                  <a:pt x="2972844" y="4924"/>
                  <a:pt x="2975308" y="7212"/>
                </a:cubicBezTo>
                <a:cubicBezTo>
                  <a:pt x="2993521" y="24135"/>
                  <a:pt x="3020148" y="32528"/>
                  <a:pt x="3046594" y="32528"/>
                </a:cubicBezTo>
                <a:cubicBezTo>
                  <a:pt x="3073041" y="32528"/>
                  <a:pt x="3099669" y="24066"/>
                  <a:pt x="3117881" y="7212"/>
                </a:cubicBezTo>
                <a:cubicBezTo>
                  <a:pt x="3120285" y="4924"/>
                  <a:pt x="3122569" y="2566"/>
                  <a:pt x="3124733" y="0"/>
                </a:cubicBezTo>
                <a:cubicBezTo>
                  <a:pt x="3126836" y="2566"/>
                  <a:pt x="3129121" y="4924"/>
                  <a:pt x="3131524" y="7212"/>
                </a:cubicBezTo>
                <a:cubicBezTo>
                  <a:pt x="3149736" y="24135"/>
                  <a:pt x="3176364" y="32528"/>
                  <a:pt x="3202811" y="32528"/>
                </a:cubicBezTo>
                <a:cubicBezTo>
                  <a:pt x="3229258" y="32528"/>
                  <a:pt x="3255886" y="24066"/>
                  <a:pt x="3274097" y="7212"/>
                </a:cubicBezTo>
                <a:cubicBezTo>
                  <a:pt x="3276502" y="4924"/>
                  <a:pt x="3278786" y="2566"/>
                  <a:pt x="3280949" y="0"/>
                </a:cubicBezTo>
                <a:cubicBezTo>
                  <a:pt x="3283053" y="2566"/>
                  <a:pt x="3285337" y="4924"/>
                  <a:pt x="3287741" y="7212"/>
                </a:cubicBezTo>
                <a:cubicBezTo>
                  <a:pt x="3305954" y="24135"/>
                  <a:pt x="3332581" y="32528"/>
                  <a:pt x="3359028" y="32528"/>
                </a:cubicBezTo>
                <a:cubicBezTo>
                  <a:pt x="3385475" y="32528"/>
                  <a:pt x="3412102" y="24066"/>
                  <a:pt x="3430314" y="7212"/>
                </a:cubicBezTo>
                <a:cubicBezTo>
                  <a:pt x="3432718" y="4924"/>
                  <a:pt x="3435002" y="2566"/>
                  <a:pt x="3437166" y="0"/>
                </a:cubicBezTo>
                <a:cubicBezTo>
                  <a:pt x="3439269" y="2566"/>
                  <a:pt x="3441553" y="4924"/>
                  <a:pt x="3443957" y="7212"/>
                </a:cubicBezTo>
                <a:cubicBezTo>
                  <a:pt x="3462170" y="24135"/>
                  <a:pt x="3488798" y="32528"/>
                  <a:pt x="3515244" y="32528"/>
                </a:cubicBezTo>
                <a:cubicBezTo>
                  <a:pt x="3541691" y="32528"/>
                  <a:pt x="3568318" y="24066"/>
                  <a:pt x="3586531" y="7212"/>
                </a:cubicBezTo>
                <a:cubicBezTo>
                  <a:pt x="3588935" y="4924"/>
                  <a:pt x="3591219" y="2566"/>
                  <a:pt x="3593382" y="0"/>
                </a:cubicBezTo>
                <a:cubicBezTo>
                  <a:pt x="3595486" y="2566"/>
                  <a:pt x="3597771" y="4924"/>
                  <a:pt x="3600175" y="7212"/>
                </a:cubicBezTo>
                <a:cubicBezTo>
                  <a:pt x="3618387" y="24135"/>
                  <a:pt x="3645014" y="32528"/>
                  <a:pt x="3671461" y="32528"/>
                </a:cubicBezTo>
                <a:cubicBezTo>
                  <a:pt x="3697908" y="32528"/>
                  <a:pt x="3724535" y="24066"/>
                  <a:pt x="3742747" y="7212"/>
                </a:cubicBezTo>
                <a:cubicBezTo>
                  <a:pt x="3745152" y="4924"/>
                  <a:pt x="3747435" y="2566"/>
                  <a:pt x="3749600" y="0"/>
                </a:cubicBezTo>
                <a:cubicBezTo>
                  <a:pt x="3751703" y="2566"/>
                  <a:pt x="3753987" y="4924"/>
                  <a:pt x="3756451" y="7212"/>
                </a:cubicBezTo>
                <a:cubicBezTo>
                  <a:pt x="3774664" y="24135"/>
                  <a:pt x="3801291" y="32528"/>
                  <a:pt x="3827737" y="32528"/>
                </a:cubicBezTo>
                <a:moveTo>
                  <a:pt x="3827737" y="32528"/>
                </a:moveTo>
                <a:cubicBezTo>
                  <a:pt x="3854245" y="32528"/>
                  <a:pt x="3881603" y="24066"/>
                  <a:pt x="3899815" y="7212"/>
                </a:cubicBezTo>
                <a:cubicBezTo>
                  <a:pt x="3902220" y="4924"/>
                  <a:pt x="3904503" y="2566"/>
                  <a:pt x="3906667" y="0"/>
                </a:cubicBezTo>
                <a:cubicBezTo>
                  <a:pt x="3908771" y="2566"/>
                  <a:pt x="3911055" y="4924"/>
                  <a:pt x="3913520" y="7212"/>
                </a:cubicBezTo>
                <a:cubicBezTo>
                  <a:pt x="3931732" y="24135"/>
                  <a:pt x="3958358" y="32528"/>
                  <a:pt x="3984805" y="32528"/>
                </a:cubicBezTo>
                <a:cubicBezTo>
                  <a:pt x="4011252" y="32528"/>
                  <a:pt x="4037880" y="24066"/>
                  <a:pt x="4056092" y="7212"/>
                </a:cubicBezTo>
                <a:cubicBezTo>
                  <a:pt x="4058496" y="4924"/>
                  <a:pt x="4060780" y="2566"/>
                  <a:pt x="4062884" y="0"/>
                </a:cubicBezTo>
                <a:moveTo>
                  <a:pt x="3827737" y="32528"/>
                </a:moveTo>
                <a:lnTo>
                  <a:pt x="3827738" y="32578"/>
                </a:lnTo>
              </a:path>
            </a:pathLst>
          </a:custGeom>
          <a:noFill/>
          <a:ln w="90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16059" y="1651080"/>
            <a:ext cx="943578" cy="9525"/>
          </a:xfrm>
          <a:custGeom>
            <a:avLst/>
            <a:gdLst/>
            <a:ahLst/>
            <a:cxnLst/>
            <a:rect l="0" t="0" r="0" b="0"/>
            <a:pathLst>
              <a:path w="943578" h="9525">
                <a:moveTo>
                  <a:pt x="0" y="0"/>
                </a:moveTo>
                <a:lnTo>
                  <a:pt x="943578" y="0"/>
                </a:lnTo>
              </a:path>
            </a:pathLst>
          </a:custGeom>
          <a:noFill/>
          <a:ln w="90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13034" y="2703532"/>
            <a:ext cx="1016161" cy="9525"/>
          </a:xfrm>
          <a:custGeom>
            <a:avLst/>
            <a:gdLst/>
            <a:ahLst/>
            <a:cxnLst/>
            <a:rect l="0" t="0" r="0" b="0"/>
            <a:pathLst>
              <a:path w="1016161" h="9525">
                <a:moveTo>
                  <a:pt x="0" y="0"/>
                </a:moveTo>
                <a:lnTo>
                  <a:pt x="1016161" y="0"/>
                </a:lnTo>
              </a:path>
            </a:pathLst>
          </a:custGeom>
          <a:noFill/>
          <a:ln w="90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13034" y="3187389"/>
            <a:ext cx="798412" cy="9525"/>
          </a:xfrm>
          <a:custGeom>
            <a:avLst/>
            <a:gdLst/>
            <a:ahLst/>
            <a:cxnLst/>
            <a:rect l="0" t="0" r="0" b="0"/>
            <a:pathLst>
              <a:path w="798412" h="9525">
                <a:moveTo>
                  <a:pt x="0" y="0"/>
                </a:moveTo>
                <a:lnTo>
                  <a:pt x="798412" y="0"/>
                </a:lnTo>
              </a:path>
            </a:pathLst>
          </a:custGeom>
          <a:noFill/>
          <a:ln w="90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13034" y="3792217"/>
            <a:ext cx="1161326" cy="9525"/>
          </a:xfrm>
          <a:custGeom>
            <a:avLst/>
            <a:gdLst/>
            <a:ahLst/>
            <a:cxnLst/>
            <a:rect l="0" t="0" r="0" b="0"/>
            <a:pathLst>
              <a:path w="1161326" h="9525">
                <a:moveTo>
                  <a:pt x="0" y="0"/>
                </a:moveTo>
                <a:lnTo>
                  <a:pt x="1161326" y="0"/>
                </a:lnTo>
              </a:path>
            </a:pathLst>
          </a:custGeom>
          <a:noFill/>
          <a:ln w="90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13034" y="4397043"/>
            <a:ext cx="943578" cy="9525"/>
          </a:xfrm>
          <a:custGeom>
            <a:avLst/>
            <a:gdLst/>
            <a:ahLst/>
            <a:cxnLst/>
            <a:rect l="0" t="0" r="0" b="0"/>
            <a:pathLst>
              <a:path w="943578" h="9525">
                <a:moveTo>
                  <a:pt x="0" y="0"/>
                </a:moveTo>
                <a:lnTo>
                  <a:pt x="943578" y="0"/>
                </a:lnTo>
              </a:path>
            </a:pathLst>
          </a:custGeom>
          <a:noFill/>
          <a:ln w="9072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5946" y="1711592"/>
            <a:ext cx="1082982" cy="1209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Roboto"/>
              </a:rPr>
              <a:t>Trends that are easy to see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144" y="1505915"/>
            <a:ext cx="281174" cy="281258"/>
          </a:xfrm>
          <a:custGeom>
            <a:avLst/>
            <a:gdLst/>
            <a:ahLst/>
            <a:cxnLst/>
            <a:rect l="0" t="0" r="0" b="0"/>
            <a:pathLst>
              <a:path w="281174" h="281258">
                <a:moveTo>
                  <a:pt x="281174" y="281258"/>
                </a:moveTo>
                <a:lnTo>
                  <a:pt x="9072" y="281258"/>
                </a:lnTo>
                <a:lnTo>
                  <a:pt x="9072" y="9072"/>
                </a:lnTo>
                <a:moveTo>
                  <a:pt x="0" y="0"/>
                </a:moveTo>
                <a:moveTo>
                  <a:pt x="278234" y="116435"/>
                </a:moveTo>
                <a:lnTo>
                  <a:pt x="196670" y="68046"/>
                </a:lnTo>
                <a:lnTo>
                  <a:pt x="90636" y="130044"/>
                </a:lnTo>
                <a:lnTo>
                  <a:pt x="9072" y="74095"/>
                </a:lnTo>
                <a:moveTo>
                  <a:pt x="9072" y="246102"/>
                </a:moveTo>
                <a:lnTo>
                  <a:pt x="108874" y="185518"/>
                </a:lnTo>
                <a:lnTo>
                  <a:pt x="139117" y="207956"/>
                </a:lnTo>
                <a:lnTo>
                  <a:pt x="241943" y="234881"/>
                </a:lnTo>
                <a:lnTo>
                  <a:pt x="278234" y="176543"/>
                </a:lnTo>
                <a:moveTo>
                  <a:pt x="0" y="0"/>
                </a:moveTo>
                <a:moveTo>
                  <a:pt x="9072" y="140629"/>
                </a:moveTo>
                <a:lnTo>
                  <a:pt x="96399" y="43852"/>
                </a:lnTo>
                <a:lnTo>
                  <a:pt x="177299" y="170872"/>
                </a:lnTo>
                <a:lnTo>
                  <a:pt x="278234" y="43852"/>
                </a:lnTo>
              </a:path>
            </a:pathLst>
          </a:custGeom>
          <a:noFill/>
          <a:ln w="9072">
            <a:solidFill>
              <a:srgbClr val="44E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615" y="1493849"/>
            <a:ext cx="833313" cy="145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Roboto"/>
              </a:rPr>
              <a:t>Obvious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1053" y="2522077"/>
            <a:ext cx="794851" cy="145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A3A3A3"/>
                </a:solidFill>
                <a:latin typeface="Roboto"/>
              </a:rPr>
              <a:t>Historical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6169" y="2564415"/>
            <a:ext cx="278234" cy="278234"/>
          </a:xfrm>
          <a:custGeom>
            <a:avLst/>
            <a:gdLst/>
            <a:ahLst/>
            <a:cxnLst/>
            <a:rect l="0" t="0" r="0" b="0"/>
            <a:pathLst>
              <a:path w="278234" h="278234">
                <a:moveTo>
                  <a:pt x="241943" y="96777"/>
                </a:moveTo>
                <a:lnTo>
                  <a:pt x="241943" y="48388"/>
                </a:lnTo>
                <a:cubicBezTo>
                  <a:pt x="241943" y="41707"/>
                  <a:pt x="236526" y="36291"/>
                  <a:pt x="229845" y="36291"/>
                </a:cubicBezTo>
                <a:lnTo>
                  <a:pt x="110301" y="36291"/>
                </a:lnTo>
                <a:cubicBezTo>
                  <a:pt x="105721" y="36289"/>
                  <a:pt x="101534" y="33699"/>
                  <a:pt x="99486" y="29601"/>
                </a:cubicBezTo>
                <a:lnTo>
                  <a:pt x="88018" y="6689"/>
                </a:lnTo>
                <a:cubicBezTo>
                  <a:pt x="85971" y="2592"/>
                  <a:pt x="81784" y="2"/>
                  <a:pt x="77204" y="0"/>
                </a:cubicBezTo>
                <a:lnTo>
                  <a:pt x="12097" y="0"/>
                </a:lnTo>
                <a:cubicBezTo>
                  <a:pt x="5416" y="0"/>
                  <a:pt x="0" y="5416"/>
                  <a:pt x="0" y="12097"/>
                </a:cubicBezTo>
                <a:lnTo>
                  <a:pt x="0" y="193554"/>
                </a:lnTo>
                <a:cubicBezTo>
                  <a:pt x="0" y="200235"/>
                  <a:pt x="5416" y="205651"/>
                  <a:pt x="12097" y="205651"/>
                </a:cubicBezTo>
                <a:lnTo>
                  <a:pt x="96777" y="205651"/>
                </a:lnTo>
                <a:moveTo>
                  <a:pt x="133068" y="205651"/>
                </a:moveTo>
                <a:cubicBezTo>
                  <a:pt x="133068" y="245738"/>
                  <a:pt x="165565" y="278234"/>
                  <a:pt x="205651" y="278234"/>
                </a:cubicBezTo>
                <a:cubicBezTo>
                  <a:pt x="245738" y="278234"/>
                  <a:pt x="278234" y="245738"/>
                  <a:pt x="278234" y="205651"/>
                </a:cubicBezTo>
                <a:cubicBezTo>
                  <a:pt x="278234" y="165565"/>
                  <a:pt x="245738" y="133068"/>
                  <a:pt x="205651" y="133068"/>
                </a:cubicBezTo>
                <a:cubicBezTo>
                  <a:pt x="165565" y="133068"/>
                  <a:pt x="133068" y="165565"/>
                  <a:pt x="133068" y="205651"/>
                </a:cubicBezTo>
                <a:close/>
                <a:moveTo>
                  <a:pt x="229845" y="205651"/>
                </a:moveTo>
                <a:lnTo>
                  <a:pt x="205651" y="205651"/>
                </a:lnTo>
                <a:lnTo>
                  <a:pt x="205651" y="169360"/>
                </a:lnTo>
              </a:path>
            </a:pathLst>
          </a:custGeom>
          <a:noFill/>
          <a:ln w="9072">
            <a:solidFill>
              <a:srgbClr val="A3A3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9955" y="2739819"/>
            <a:ext cx="965949" cy="1209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Roboto"/>
              </a:rPr>
              <a:t>Data used to train the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7209" y="3005933"/>
            <a:ext cx="1068695" cy="145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4F92FF"/>
                </a:solidFill>
                <a:latin typeface="Roboto"/>
              </a:rPr>
              <a:t>Feature Engineering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0120" y="3042223"/>
            <a:ext cx="281260" cy="281257"/>
          </a:xfrm>
          <a:custGeom>
            <a:avLst/>
            <a:gdLst/>
            <a:ahLst/>
            <a:cxnLst/>
            <a:rect l="0" t="0" r="0" b="0"/>
            <a:pathLst>
              <a:path w="281260" h="281257">
                <a:moveTo>
                  <a:pt x="148191" y="241335"/>
                </a:moveTo>
                <a:cubicBezTo>
                  <a:pt x="199635" y="241335"/>
                  <a:pt x="241338" y="199632"/>
                  <a:pt x="241338" y="148187"/>
                </a:cubicBezTo>
                <a:cubicBezTo>
                  <a:pt x="241338" y="96743"/>
                  <a:pt x="199635" y="55039"/>
                  <a:pt x="148191" y="55039"/>
                </a:cubicBezTo>
                <a:cubicBezTo>
                  <a:pt x="96746" y="55039"/>
                  <a:pt x="55042" y="96743"/>
                  <a:pt x="55042" y="148187"/>
                </a:cubicBezTo>
                <a:cubicBezTo>
                  <a:pt x="55042" y="199632"/>
                  <a:pt x="96746" y="241335"/>
                  <a:pt x="148191" y="241335"/>
                </a:cubicBezTo>
                <a:close/>
                <a:moveTo>
                  <a:pt x="0" y="0"/>
                </a:moveTo>
                <a:moveTo>
                  <a:pt x="281260" y="281257"/>
                </a:moveTo>
                <a:lnTo>
                  <a:pt x="214725" y="213513"/>
                </a:lnTo>
                <a:moveTo>
                  <a:pt x="115528" y="132454"/>
                </a:moveTo>
                <a:cubicBezTo>
                  <a:pt x="98825" y="132454"/>
                  <a:pt x="85285" y="118914"/>
                  <a:pt x="85285" y="102211"/>
                </a:cubicBezTo>
                <a:cubicBezTo>
                  <a:pt x="85285" y="85508"/>
                  <a:pt x="98825" y="71968"/>
                  <a:pt x="115528" y="71968"/>
                </a:cubicBezTo>
                <a:cubicBezTo>
                  <a:pt x="132231" y="71968"/>
                  <a:pt x="145770" y="85508"/>
                  <a:pt x="145770" y="102211"/>
                </a:cubicBezTo>
                <a:cubicBezTo>
                  <a:pt x="145770" y="118914"/>
                  <a:pt x="132231" y="132454"/>
                  <a:pt x="115528" y="132454"/>
                </a:cubicBezTo>
                <a:close/>
                <a:moveTo>
                  <a:pt x="30848" y="45364"/>
                </a:moveTo>
                <a:cubicBezTo>
                  <a:pt x="40869" y="45364"/>
                  <a:pt x="48994" y="37240"/>
                  <a:pt x="48994" y="27218"/>
                </a:cubicBezTo>
                <a:cubicBezTo>
                  <a:pt x="48994" y="17196"/>
                  <a:pt x="40869" y="9072"/>
                  <a:pt x="30848" y="9072"/>
                </a:cubicBezTo>
                <a:cubicBezTo>
                  <a:pt x="20826" y="9072"/>
                  <a:pt x="12702" y="17196"/>
                  <a:pt x="12702" y="27218"/>
                </a:cubicBezTo>
                <a:cubicBezTo>
                  <a:pt x="12702" y="37240"/>
                  <a:pt x="20826" y="45364"/>
                  <a:pt x="30848" y="45364"/>
                </a:cubicBezTo>
                <a:close/>
                <a:moveTo>
                  <a:pt x="27218" y="244967"/>
                </a:moveTo>
                <a:cubicBezTo>
                  <a:pt x="37240" y="244967"/>
                  <a:pt x="45364" y="236842"/>
                  <a:pt x="45364" y="226821"/>
                </a:cubicBezTo>
                <a:cubicBezTo>
                  <a:pt x="45364" y="216800"/>
                  <a:pt x="37240" y="208675"/>
                  <a:pt x="27218" y="208675"/>
                </a:cubicBezTo>
                <a:cubicBezTo>
                  <a:pt x="17196" y="208675"/>
                  <a:pt x="9072" y="216800"/>
                  <a:pt x="9072" y="226821"/>
                </a:cubicBezTo>
                <a:cubicBezTo>
                  <a:pt x="9072" y="236842"/>
                  <a:pt x="17196" y="244967"/>
                  <a:pt x="27218" y="244967"/>
                </a:cubicBezTo>
                <a:close/>
                <a:moveTo>
                  <a:pt x="115528" y="196578"/>
                </a:moveTo>
                <a:cubicBezTo>
                  <a:pt x="105506" y="196578"/>
                  <a:pt x="97382" y="188454"/>
                  <a:pt x="97382" y="178433"/>
                </a:cubicBezTo>
                <a:cubicBezTo>
                  <a:pt x="97382" y="168411"/>
                  <a:pt x="105506" y="160287"/>
                  <a:pt x="115528" y="160287"/>
                </a:cubicBezTo>
                <a:cubicBezTo>
                  <a:pt x="125550" y="160287"/>
                  <a:pt x="133673" y="168411"/>
                  <a:pt x="133673" y="178433"/>
                </a:cubicBezTo>
                <a:cubicBezTo>
                  <a:pt x="133673" y="188454"/>
                  <a:pt x="125550" y="196578"/>
                  <a:pt x="115528" y="196578"/>
                </a:cubicBezTo>
                <a:close/>
                <a:moveTo>
                  <a:pt x="188110" y="174794"/>
                </a:moveTo>
                <a:cubicBezTo>
                  <a:pt x="178089" y="174794"/>
                  <a:pt x="169965" y="166669"/>
                  <a:pt x="169965" y="156648"/>
                </a:cubicBezTo>
                <a:cubicBezTo>
                  <a:pt x="169965" y="146627"/>
                  <a:pt x="178089" y="138502"/>
                  <a:pt x="188110" y="138502"/>
                </a:cubicBezTo>
                <a:cubicBezTo>
                  <a:pt x="198133" y="138502"/>
                  <a:pt x="206256" y="146627"/>
                  <a:pt x="206256" y="156648"/>
                </a:cubicBezTo>
                <a:cubicBezTo>
                  <a:pt x="206256" y="166669"/>
                  <a:pt x="198133" y="174794"/>
                  <a:pt x="188110" y="174794"/>
                </a:cubicBezTo>
                <a:close/>
                <a:moveTo>
                  <a:pt x="0" y="0"/>
                </a:moveTo>
                <a:moveTo>
                  <a:pt x="171061" y="162803"/>
                </a:moveTo>
                <a:lnTo>
                  <a:pt x="133244" y="173439"/>
                </a:lnTo>
                <a:moveTo>
                  <a:pt x="115528" y="160287"/>
                </a:moveTo>
                <a:lnTo>
                  <a:pt x="115528" y="132454"/>
                </a:lnTo>
                <a:moveTo>
                  <a:pt x="0" y="0"/>
                </a:moveTo>
                <a:moveTo>
                  <a:pt x="44513" y="221198"/>
                </a:moveTo>
                <a:lnTo>
                  <a:pt x="75087" y="205911"/>
                </a:lnTo>
                <a:moveTo>
                  <a:pt x="0" y="0"/>
                </a:moveTo>
                <a:moveTo>
                  <a:pt x="44154" y="39315"/>
                </a:moveTo>
                <a:lnTo>
                  <a:pt x="64719" y="55041"/>
                </a:lnTo>
              </a:path>
            </a:pathLst>
          </a:custGeom>
          <a:noFill/>
          <a:ln w="9072">
            <a:solidFill>
              <a:srgbClr val="4F92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4365" y="371475"/>
            <a:ext cx="6795258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Roboto"/>
              </a:rPr>
              <a:t>AI's Hidden Power in Market Analysis.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782986" y="3223679"/>
            <a:ext cx="1402918" cy="241905"/>
            <a:chOff x="2782986" y="3223679"/>
            <a:chExt cx="1402918" cy="241905"/>
          </a:xfrm>
        </p:grpSpPr>
        <p:sp>
          <p:nvSpPr>
            <p:cNvPr id="19" name="TextBox 18"/>
            <p:cNvSpPr txBox="1"/>
            <p:nvPr/>
          </p:nvSpPr>
          <p:spPr>
            <a:xfrm>
              <a:off x="2782986" y="3223679"/>
              <a:ext cx="1402918" cy="120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FFFFFF"/>
                  </a:solidFill>
                  <a:latin typeface="Roboto"/>
                </a:rPr>
                <a:t>Extracting meaningful signals from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782986" y="3344646"/>
              <a:ext cx="1402918" cy="1209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FFFFFF"/>
                  </a:solidFill>
                  <a:latin typeface="Roboto"/>
                </a:rPr>
                <a:t>noise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123753" y="3610762"/>
            <a:ext cx="1062151" cy="145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FFE60A"/>
                </a:solidFill>
                <a:latin typeface="Roboto"/>
              </a:rPr>
              <a:t>Pattern Recognition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0120" y="3647049"/>
            <a:ext cx="286369" cy="281258"/>
          </a:xfrm>
          <a:custGeom>
            <a:avLst/>
            <a:gdLst/>
            <a:ahLst/>
            <a:cxnLst/>
            <a:rect l="0" t="0" r="0" b="0"/>
            <a:pathLst>
              <a:path w="286369" h="281258">
                <a:moveTo>
                  <a:pt x="27084" y="238918"/>
                </a:moveTo>
                <a:cubicBezTo>
                  <a:pt x="37106" y="238918"/>
                  <a:pt x="45230" y="230794"/>
                  <a:pt x="45230" y="220773"/>
                </a:cubicBezTo>
                <a:cubicBezTo>
                  <a:pt x="45230" y="210751"/>
                  <a:pt x="37106" y="202627"/>
                  <a:pt x="27084" y="202627"/>
                </a:cubicBezTo>
                <a:cubicBezTo>
                  <a:pt x="17063" y="202627"/>
                  <a:pt x="8939" y="210751"/>
                  <a:pt x="8939" y="220773"/>
                </a:cubicBezTo>
                <a:cubicBezTo>
                  <a:pt x="8939" y="230794"/>
                  <a:pt x="17063" y="238918"/>
                  <a:pt x="27084" y="238918"/>
                </a:cubicBezTo>
                <a:close/>
                <a:moveTo>
                  <a:pt x="106927" y="182688"/>
                </a:moveTo>
                <a:cubicBezTo>
                  <a:pt x="116949" y="182688"/>
                  <a:pt x="125073" y="174564"/>
                  <a:pt x="125073" y="164543"/>
                </a:cubicBezTo>
                <a:cubicBezTo>
                  <a:pt x="125073" y="154521"/>
                  <a:pt x="116949" y="146397"/>
                  <a:pt x="106927" y="146397"/>
                </a:cubicBezTo>
                <a:cubicBezTo>
                  <a:pt x="96905" y="146397"/>
                  <a:pt x="88781" y="154521"/>
                  <a:pt x="88781" y="164543"/>
                </a:cubicBezTo>
                <a:cubicBezTo>
                  <a:pt x="88781" y="174564"/>
                  <a:pt x="96905" y="182688"/>
                  <a:pt x="106927" y="182688"/>
                </a:cubicBezTo>
                <a:close/>
                <a:moveTo>
                  <a:pt x="0" y="0"/>
                </a:moveTo>
                <a:moveTo>
                  <a:pt x="106927" y="182688"/>
                </a:moveTo>
                <a:lnTo>
                  <a:pt x="106927" y="281258"/>
                </a:lnTo>
                <a:moveTo>
                  <a:pt x="45230" y="220773"/>
                </a:moveTo>
                <a:lnTo>
                  <a:pt x="55446" y="220773"/>
                </a:lnTo>
                <a:cubicBezTo>
                  <a:pt x="63108" y="220773"/>
                  <a:pt x="68216" y="225611"/>
                  <a:pt x="68216" y="232870"/>
                </a:cubicBezTo>
                <a:lnTo>
                  <a:pt x="68216" y="281258"/>
                </a:lnTo>
                <a:moveTo>
                  <a:pt x="185558" y="238918"/>
                </a:moveTo>
                <a:cubicBezTo>
                  <a:pt x="195579" y="238918"/>
                  <a:pt x="203703" y="230794"/>
                  <a:pt x="203703" y="220773"/>
                </a:cubicBezTo>
                <a:cubicBezTo>
                  <a:pt x="203703" y="210751"/>
                  <a:pt x="195579" y="202627"/>
                  <a:pt x="185558" y="202627"/>
                </a:cubicBezTo>
                <a:cubicBezTo>
                  <a:pt x="175536" y="202627"/>
                  <a:pt x="167412" y="210751"/>
                  <a:pt x="167412" y="220773"/>
                </a:cubicBezTo>
                <a:cubicBezTo>
                  <a:pt x="167412" y="230794"/>
                  <a:pt x="175536" y="238918"/>
                  <a:pt x="185558" y="238918"/>
                </a:cubicBezTo>
                <a:close/>
                <a:moveTo>
                  <a:pt x="167412" y="220773"/>
                </a:moveTo>
                <a:lnTo>
                  <a:pt x="157734" y="220773"/>
                </a:lnTo>
                <a:cubicBezTo>
                  <a:pt x="150476" y="220773"/>
                  <a:pt x="145637" y="225611"/>
                  <a:pt x="145637" y="232870"/>
                </a:cubicBezTo>
                <a:lnTo>
                  <a:pt x="145637" y="281258"/>
                </a:lnTo>
                <a:moveTo>
                  <a:pt x="0" y="0"/>
                </a:moveTo>
                <a:moveTo>
                  <a:pt x="74263" y="121576"/>
                </a:moveTo>
                <a:lnTo>
                  <a:pt x="69424" y="115527"/>
                </a:lnTo>
                <a:cubicBezTo>
                  <a:pt x="67005" y="111898"/>
                  <a:pt x="60956" y="110688"/>
                  <a:pt x="57327" y="113107"/>
                </a:cubicBezTo>
                <a:lnTo>
                  <a:pt x="45230" y="120365"/>
                </a:lnTo>
                <a:cubicBezTo>
                  <a:pt x="35552" y="126414"/>
                  <a:pt x="23455" y="115527"/>
                  <a:pt x="28294" y="104639"/>
                </a:cubicBezTo>
                <a:lnTo>
                  <a:pt x="34342" y="92542"/>
                </a:lnTo>
                <a:cubicBezTo>
                  <a:pt x="36762" y="87703"/>
                  <a:pt x="34342" y="82864"/>
                  <a:pt x="30713" y="80445"/>
                </a:cubicBezTo>
                <a:lnTo>
                  <a:pt x="18616" y="74396"/>
                </a:lnTo>
                <a:cubicBezTo>
                  <a:pt x="7729" y="68348"/>
                  <a:pt x="11358" y="52622"/>
                  <a:pt x="23455" y="51412"/>
                </a:cubicBezTo>
                <a:lnTo>
                  <a:pt x="36762" y="50202"/>
                </a:lnTo>
                <a:cubicBezTo>
                  <a:pt x="41601" y="50202"/>
                  <a:pt x="45230" y="45363"/>
                  <a:pt x="45230" y="40524"/>
                </a:cubicBezTo>
                <a:lnTo>
                  <a:pt x="45230" y="27217"/>
                </a:lnTo>
                <a:cubicBezTo>
                  <a:pt x="45230" y="15120"/>
                  <a:pt x="59746" y="10281"/>
                  <a:pt x="67005" y="19959"/>
                </a:cubicBezTo>
                <a:lnTo>
                  <a:pt x="75473" y="30847"/>
                </a:lnTo>
                <a:cubicBezTo>
                  <a:pt x="77892" y="34476"/>
                  <a:pt x="83941" y="35686"/>
                  <a:pt x="87570" y="33266"/>
                </a:cubicBezTo>
                <a:lnTo>
                  <a:pt x="99667" y="26008"/>
                </a:lnTo>
                <a:cubicBezTo>
                  <a:pt x="109345" y="19959"/>
                  <a:pt x="121442" y="30847"/>
                  <a:pt x="116603" y="41734"/>
                </a:cubicBezTo>
                <a:lnTo>
                  <a:pt x="110555" y="53831"/>
                </a:lnTo>
                <a:cubicBezTo>
                  <a:pt x="108135" y="58670"/>
                  <a:pt x="110555" y="63509"/>
                  <a:pt x="114184" y="65928"/>
                </a:cubicBezTo>
                <a:lnTo>
                  <a:pt x="126280" y="71977"/>
                </a:lnTo>
                <a:cubicBezTo>
                  <a:pt x="137168" y="78025"/>
                  <a:pt x="133539" y="93752"/>
                  <a:pt x="121442" y="94961"/>
                </a:cubicBezTo>
                <a:lnTo>
                  <a:pt x="108135" y="96171"/>
                </a:lnTo>
                <a:cubicBezTo>
                  <a:pt x="103296" y="96171"/>
                  <a:pt x="99667" y="101010"/>
                  <a:pt x="99667" y="105849"/>
                </a:cubicBezTo>
                <a:lnTo>
                  <a:pt x="99667" y="113107"/>
                </a:lnTo>
                <a:moveTo>
                  <a:pt x="0" y="0"/>
                </a:moveTo>
                <a:moveTo>
                  <a:pt x="236379" y="28709"/>
                </a:moveTo>
                <a:lnTo>
                  <a:pt x="240544" y="42248"/>
                </a:lnTo>
                <a:cubicBezTo>
                  <a:pt x="241586" y="47455"/>
                  <a:pt x="246794" y="49538"/>
                  <a:pt x="252000" y="48497"/>
                </a:cubicBezTo>
                <a:lnTo>
                  <a:pt x="265541" y="45372"/>
                </a:lnTo>
                <a:cubicBezTo>
                  <a:pt x="278038" y="42248"/>
                  <a:pt x="286369" y="56829"/>
                  <a:pt x="278038" y="66202"/>
                </a:cubicBezTo>
                <a:lnTo>
                  <a:pt x="268664" y="76617"/>
                </a:lnTo>
                <a:cubicBezTo>
                  <a:pt x="265541" y="80783"/>
                  <a:pt x="265541" y="85990"/>
                  <a:pt x="268664" y="89114"/>
                </a:cubicBezTo>
                <a:lnTo>
                  <a:pt x="278038" y="99529"/>
                </a:lnTo>
                <a:cubicBezTo>
                  <a:pt x="286369" y="108902"/>
                  <a:pt x="278038" y="123482"/>
                  <a:pt x="265541" y="120359"/>
                </a:cubicBezTo>
                <a:lnTo>
                  <a:pt x="252000" y="117234"/>
                </a:lnTo>
                <a:cubicBezTo>
                  <a:pt x="246794" y="116193"/>
                  <a:pt x="242627" y="119317"/>
                  <a:pt x="240544" y="123484"/>
                </a:cubicBezTo>
                <a:lnTo>
                  <a:pt x="236379" y="137023"/>
                </a:lnTo>
                <a:cubicBezTo>
                  <a:pt x="232213" y="149520"/>
                  <a:pt x="215549" y="149520"/>
                  <a:pt x="212424" y="137023"/>
                </a:cubicBezTo>
                <a:lnTo>
                  <a:pt x="208259" y="123484"/>
                </a:lnTo>
                <a:cubicBezTo>
                  <a:pt x="207218" y="118276"/>
                  <a:pt x="202010" y="116193"/>
                  <a:pt x="196802" y="117234"/>
                </a:cubicBezTo>
                <a:lnTo>
                  <a:pt x="183263" y="120359"/>
                </a:lnTo>
                <a:cubicBezTo>
                  <a:pt x="170765" y="123482"/>
                  <a:pt x="162434" y="108902"/>
                  <a:pt x="170765" y="99529"/>
                </a:cubicBezTo>
                <a:lnTo>
                  <a:pt x="180139" y="89114"/>
                </a:lnTo>
                <a:cubicBezTo>
                  <a:pt x="183263" y="84948"/>
                  <a:pt x="183263" y="79741"/>
                  <a:pt x="180139" y="76617"/>
                </a:cubicBezTo>
                <a:lnTo>
                  <a:pt x="170765" y="66202"/>
                </a:lnTo>
                <a:cubicBezTo>
                  <a:pt x="162434" y="56829"/>
                  <a:pt x="170765" y="42248"/>
                  <a:pt x="183263" y="45372"/>
                </a:cubicBezTo>
                <a:lnTo>
                  <a:pt x="196802" y="48497"/>
                </a:lnTo>
                <a:cubicBezTo>
                  <a:pt x="202010" y="49538"/>
                  <a:pt x="206176" y="46414"/>
                  <a:pt x="208259" y="42248"/>
                </a:cubicBezTo>
                <a:lnTo>
                  <a:pt x="212424" y="28709"/>
                </a:lnTo>
                <a:cubicBezTo>
                  <a:pt x="215549" y="16211"/>
                  <a:pt x="233254" y="16211"/>
                  <a:pt x="236379" y="28709"/>
                </a:cubicBezTo>
                <a:close/>
                <a:moveTo>
                  <a:pt x="72449" y="87039"/>
                </a:moveTo>
                <a:cubicBezTo>
                  <a:pt x="79721" y="87039"/>
                  <a:pt x="85617" y="81143"/>
                  <a:pt x="85617" y="73870"/>
                </a:cubicBezTo>
                <a:cubicBezTo>
                  <a:pt x="85617" y="66597"/>
                  <a:pt x="79721" y="60701"/>
                  <a:pt x="72449" y="60701"/>
                </a:cubicBezTo>
                <a:cubicBezTo>
                  <a:pt x="65175" y="60701"/>
                  <a:pt x="59280" y="66597"/>
                  <a:pt x="59280" y="73870"/>
                </a:cubicBezTo>
                <a:cubicBezTo>
                  <a:pt x="59280" y="81143"/>
                  <a:pt x="65175" y="87039"/>
                  <a:pt x="72449" y="87039"/>
                </a:cubicBezTo>
                <a:close/>
                <a:moveTo>
                  <a:pt x="224402" y="96035"/>
                </a:moveTo>
                <a:cubicBezTo>
                  <a:pt x="231674" y="96035"/>
                  <a:pt x="237571" y="90139"/>
                  <a:pt x="237571" y="82866"/>
                </a:cubicBezTo>
                <a:cubicBezTo>
                  <a:pt x="237571" y="75593"/>
                  <a:pt x="231674" y="69697"/>
                  <a:pt x="224402" y="69697"/>
                </a:cubicBezTo>
                <a:cubicBezTo>
                  <a:pt x="217128" y="69697"/>
                  <a:pt x="211233" y="75593"/>
                  <a:pt x="211233" y="82866"/>
                </a:cubicBezTo>
                <a:cubicBezTo>
                  <a:pt x="211233" y="90139"/>
                  <a:pt x="217128" y="96035"/>
                  <a:pt x="224402" y="96035"/>
                </a:cubicBezTo>
                <a:close/>
              </a:path>
            </a:pathLst>
          </a:custGeom>
          <a:noFill/>
          <a:ln w="9072">
            <a:solidFill>
              <a:srgbClr val="FFE60A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6" name="Group 25"/>
          <p:cNvGrpSpPr/>
          <p:nvPr/>
        </p:nvGrpSpPr>
        <p:grpSpPr>
          <a:xfrm>
            <a:off x="2785720" y="3828505"/>
            <a:ext cx="1400184" cy="241905"/>
            <a:chOff x="2785720" y="3828505"/>
            <a:chExt cx="1400184" cy="241905"/>
          </a:xfrm>
        </p:grpSpPr>
        <p:sp>
          <p:nvSpPr>
            <p:cNvPr id="24" name="TextBox 23"/>
            <p:cNvSpPr txBox="1"/>
            <p:nvPr/>
          </p:nvSpPr>
          <p:spPr>
            <a:xfrm>
              <a:off x="2785720" y="3828505"/>
              <a:ext cx="1400184" cy="120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FFFFFF"/>
                  </a:solidFill>
                  <a:latin typeface="Roboto"/>
                </a:rPr>
                <a:t>Automated identification of market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85720" y="3949472"/>
              <a:ext cx="1400184" cy="1209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600" b="0">
                  <a:solidFill>
                    <a:srgbClr val="FFFFFF"/>
                  </a:solidFill>
                  <a:latin typeface="Roboto"/>
                </a:rPr>
                <a:t>trends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171492" y="4215587"/>
            <a:ext cx="1014412" cy="145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CD6AFB"/>
                </a:solidFill>
                <a:latin typeface="Roboto"/>
              </a:rPr>
              <a:t>Predictive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7285" y="4257939"/>
            <a:ext cx="240078" cy="278221"/>
          </a:xfrm>
          <a:custGeom>
            <a:avLst/>
            <a:gdLst/>
            <a:ahLst/>
            <a:cxnLst/>
            <a:rect l="0" t="0" r="0" b="0"/>
            <a:pathLst>
              <a:path w="240078" h="278221">
                <a:moveTo>
                  <a:pt x="56837" y="201452"/>
                </a:moveTo>
                <a:cubicBezTo>
                  <a:pt x="17155" y="173835"/>
                  <a:pt x="0" y="123651"/>
                  <a:pt x="14472" y="77521"/>
                </a:cubicBezTo>
                <a:cubicBezTo>
                  <a:pt x="28944" y="31391"/>
                  <a:pt x="71692" y="0"/>
                  <a:pt x="120039" y="0"/>
                </a:cubicBezTo>
                <a:cubicBezTo>
                  <a:pt x="168386" y="0"/>
                  <a:pt x="211134" y="31391"/>
                  <a:pt x="225606" y="77521"/>
                </a:cubicBezTo>
                <a:cubicBezTo>
                  <a:pt x="240078" y="123651"/>
                  <a:pt x="222923" y="173835"/>
                  <a:pt x="183241" y="201452"/>
                </a:cubicBezTo>
                <a:moveTo>
                  <a:pt x="211379" y="239716"/>
                </a:moveTo>
                <a:lnTo>
                  <a:pt x="191479" y="239716"/>
                </a:lnTo>
                <a:cubicBezTo>
                  <a:pt x="201585" y="238520"/>
                  <a:pt x="209003" y="229646"/>
                  <a:pt x="208386" y="219487"/>
                </a:cubicBezTo>
                <a:cubicBezTo>
                  <a:pt x="207770" y="209329"/>
                  <a:pt x="199333" y="201417"/>
                  <a:pt x="189156" y="201453"/>
                </a:cubicBezTo>
                <a:lnTo>
                  <a:pt x="47438" y="201452"/>
                </a:lnTo>
                <a:cubicBezTo>
                  <a:pt x="37261" y="201417"/>
                  <a:pt x="28824" y="209329"/>
                  <a:pt x="28208" y="219487"/>
                </a:cubicBezTo>
                <a:cubicBezTo>
                  <a:pt x="27591" y="229646"/>
                  <a:pt x="35009" y="238520"/>
                  <a:pt x="45115" y="239716"/>
                </a:cubicBezTo>
                <a:lnTo>
                  <a:pt x="24550" y="239716"/>
                </a:lnTo>
                <a:cubicBezTo>
                  <a:pt x="14105" y="239978"/>
                  <a:pt x="5774" y="248520"/>
                  <a:pt x="5774" y="258968"/>
                </a:cubicBezTo>
                <a:cubicBezTo>
                  <a:pt x="5774" y="269417"/>
                  <a:pt x="14105" y="277959"/>
                  <a:pt x="24550" y="278221"/>
                </a:cubicBezTo>
                <a:lnTo>
                  <a:pt x="211379" y="278221"/>
                </a:lnTo>
                <a:cubicBezTo>
                  <a:pt x="221824" y="277959"/>
                  <a:pt x="230155" y="269417"/>
                  <a:pt x="230155" y="258968"/>
                </a:cubicBezTo>
                <a:cubicBezTo>
                  <a:pt x="230155" y="248520"/>
                  <a:pt x="221824" y="239978"/>
                  <a:pt x="211379" y="239716"/>
                </a:cubicBezTo>
                <a:close/>
                <a:moveTo>
                  <a:pt x="195701" y="119337"/>
                </a:moveTo>
                <a:cubicBezTo>
                  <a:pt x="195701" y="119337"/>
                  <a:pt x="161429" y="164157"/>
                  <a:pt x="119210" y="164157"/>
                </a:cubicBezTo>
                <a:cubicBezTo>
                  <a:pt x="76991" y="164157"/>
                  <a:pt x="42660" y="119398"/>
                  <a:pt x="42660" y="119398"/>
                </a:cubicBezTo>
                <a:cubicBezTo>
                  <a:pt x="42660" y="119398"/>
                  <a:pt x="76931" y="74638"/>
                  <a:pt x="119210" y="74638"/>
                </a:cubicBezTo>
                <a:cubicBezTo>
                  <a:pt x="161490" y="74638"/>
                  <a:pt x="195701" y="119337"/>
                  <a:pt x="195701" y="119337"/>
                </a:cubicBezTo>
                <a:close/>
                <a:moveTo>
                  <a:pt x="102589" y="119337"/>
                </a:moveTo>
                <a:cubicBezTo>
                  <a:pt x="102587" y="128485"/>
                  <a:pt x="110002" y="135902"/>
                  <a:pt x="119150" y="135902"/>
                </a:cubicBezTo>
                <a:cubicBezTo>
                  <a:pt x="128298" y="135902"/>
                  <a:pt x="135713" y="128485"/>
                  <a:pt x="135711" y="119337"/>
                </a:cubicBezTo>
                <a:cubicBezTo>
                  <a:pt x="135713" y="110189"/>
                  <a:pt x="128298" y="102772"/>
                  <a:pt x="119150" y="102772"/>
                </a:cubicBezTo>
                <a:cubicBezTo>
                  <a:pt x="110002" y="102772"/>
                  <a:pt x="102587" y="110189"/>
                  <a:pt x="102589" y="119337"/>
                </a:cubicBezTo>
                <a:moveTo>
                  <a:pt x="100351" y="239716"/>
                </a:moveTo>
                <a:lnTo>
                  <a:pt x="45115" y="239716"/>
                </a:lnTo>
                <a:moveTo>
                  <a:pt x="119150" y="48847"/>
                </a:moveTo>
                <a:lnTo>
                  <a:pt x="119150" y="32032"/>
                </a:lnTo>
                <a:moveTo>
                  <a:pt x="183023" y="58488"/>
                </a:moveTo>
                <a:lnTo>
                  <a:pt x="171143" y="70380"/>
                </a:lnTo>
                <a:moveTo>
                  <a:pt x="67168" y="70380"/>
                </a:moveTo>
                <a:lnTo>
                  <a:pt x="55277" y="58488"/>
                </a:lnTo>
              </a:path>
            </a:pathLst>
          </a:custGeom>
          <a:noFill/>
          <a:ln w="9072">
            <a:solidFill>
              <a:srgbClr val="CD6A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7912" y="4433330"/>
            <a:ext cx="1157992" cy="1209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Roboto"/>
              </a:rPr>
              <a:t>AI-assisted trend forecasting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52650" y="1353375"/>
            <a:ext cx="1472647" cy="3208268"/>
          </a:xfrm>
          <a:custGeom>
            <a:avLst/>
            <a:gdLst/>
            <a:ahLst/>
            <a:cxnLst/>
            <a:rect l="0" t="0" r="0" b="0"/>
            <a:pathLst>
              <a:path w="1472647" h="3208268">
                <a:moveTo>
                  <a:pt x="105189" y="0"/>
                </a:moveTo>
                <a:lnTo>
                  <a:pt x="1367458" y="0"/>
                </a:lnTo>
                <a:lnTo>
                  <a:pt x="1367458" y="175315"/>
                </a:lnTo>
                <a:cubicBezTo>
                  <a:pt x="1367458" y="252774"/>
                  <a:pt x="1304666" y="315567"/>
                  <a:pt x="1227206" y="315567"/>
                </a:cubicBezTo>
                <a:lnTo>
                  <a:pt x="245441" y="315567"/>
                </a:lnTo>
                <a:cubicBezTo>
                  <a:pt x="167981" y="315567"/>
                  <a:pt x="105189" y="252774"/>
                  <a:pt x="105189" y="175315"/>
                </a:cubicBezTo>
                <a:close/>
                <a:moveTo>
                  <a:pt x="403225" y="473351"/>
                </a:moveTo>
                <a:cubicBezTo>
                  <a:pt x="403225" y="444304"/>
                  <a:pt x="426772" y="420756"/>
                  <a:pt x="455819" y="420756"/>
                </a:cubicBezTo>
                <a:lnTo>
                  <a:pt x="490882" y="420756"/>
                </a:lnTo>
                <a:cubicBezTo>
                  <a:pt x="519929" y="420756"/>
                  <a:pt x="543477" y="444304"/>
                  <a:pt x="543477" y="473351"/>
                </a:cubicBezTo>
                <a:lnTo>
                  <a:pt x="543477" y="788918"/>
                </a:lnTo>
                <a:lnTo>
                  <a:pt x="525945" y="788918"/>
                </a:lnTo>
                <a:cubicBezTo>
                  <a:pt x="496898" y="788918"/>
                  <a:pt x="473351" y="812466"/>
                  <a:pt x="473351" y="841513"/>
                </a:cubicBezTo>
                <a:lnTo>
                  <a:pt x="473351" y="1051891"/>
                </a:lnTo>
                <a:lnTo>
                  <a:pt x="403225" y="1051891"/>
                </a:lnTo>
                <a:close/>
                <a:moveTo>
                  <a:pt x="1069422" y="473351"/>
                </a:moveTo>
                <a:cubicBezTo>
                  <a:pt x="1069422" y="444304"/>
                  <a:pt x="1045875" y="420756"/>
                  <a:pt x="1016828" y="420756"/>
                </a:cubicBezTo>
                <a:lnTo>
                  <a:pt x="981765" y="420756"/>
                </a:lnTo>
                <a:cubicBezTo>
                  <a:pt x="952718" y="420756"/>
                  <a:pt x="929170" y="444304"/>
                  <a:pt x="929170" y="473351"/>
                </a:cubicBezTo>
                <a:lnTo>
                  <a:pt x="929170" y="788918"/>
                </a:lnTo>
                <a:lnTo>
                  <a:pt x="946702" y="788918"/>
                </a:lnTo>
                <a:cubicBezTo>
                  <a:pt x="975749" y="788918"/>
                  <a:pt x="999296" y="812466"/>
                  <a:pt x="999296" y="841513"/>
                </a:cubicBezTo>
                <a:lnTo>
                  <a:pt x="999296" y="1051891"/>
                </a:lnTo>
                <a:lnTo>
                  <a:pt x="1069422" y="1051891"/>
                </a:lnTo>
                <a:close/>
                <a:moveTo>
                  <a:pt x="718792" y="420756"/>
                </a:moveTo>
                <a:lnTo>
                  <a:pt x="753855" y="420756"/>
                </a:lnTo>
                <a:cubicBezTo>
                  <a:pt x="782902" y="420756"/>
                  <a:pt x="806450" y="444304"/>
                  <a:pt x="806450" y="473351"/>
                </a:cubicBezTo>
                <a:lnTo>
                  <a:pt x="806450" y="788918"/>
                </a:lnTo>
                <a:lnTo>
                  <a:pt x="666197" y="788918"/>
                </a:lnTo>
                <a:lnTo>
                  <a:pt x="666197" y="473351"/>
                </a:lnTo>
                <a:cubicBezTo>
                  <a:pt x="666197" y="444304"/>
                  <a:pt x="689745" y="420756"/>
                  <a:pt x="718792" y="420756"/>
                </a:cubicBezTo>
                <a:close/>
                <a:moveTo>
                  <a:pt x="280504" y="319950"/>
                </a:moveTo>
                <a:lnTo>
                  <a:pt x="280504" y="1051891"/>
                </a:lnTo>
                <a:moveTo>
                  <a:pt x="1192143" y="319950"/>
                </a:moveTo>
                <a:lnTo>
                  <a:pt x="1192143" y="1051891"/>
                </a:lnTo>
                <a:moveTo>
                  <a:pt x="0" y="1314864"/>
                </a:moveTo>
                <a:lnTo>
                  <a:pt x="0" y="1104485"/>
                </a:lnTo>
                <a:cubicBezTo>
                  <a:pt x="0" y="1075438"/>
                  <a:pt x="23547" y="1051891"/>
                  <a:pt x="52594" y="1051891"/>
                </a:cubicBezTo>
                <a:lnTo>
                  <a:pt x="473351" y="1051891"/>
                </a:lnTo>
                <a:lnTo>
                  <a:pt x="473351" y="1262269"/>
                </a:lnTo>
                <a:cubicBezTo>
                  <a:pt x="473351" y="1291316"/>
                  <a:pt x="496898" y="1314864"/>
                  <a:pt x="525945" y="1314864"/>
                </a:cubicBezTo>
                <a:lnTo>
                  <a:pt x="946702" y="1314864"/>
                </a:lnTo>
                <a:cubicBezTo>
                  <a:pt x="975749" y="1314864"/>
                  <a:pt x="999296" y="1291316"/>
                  <a:pt x="999296" y="1262269"/>
                </a:cubicBezTo>
                <a:lnTo>
                  <a:pt x="999296" y="1051891"/>
                </a:lnTo>
                <a:lnTo>
                  <a:pt x="1420053" y="1051891"/>
                </a:lnTo>
                <a:cubicBezTo>
                  <a:pt x="1449100" y="1051891"/>
                  <a:pt x="1472647" y="1075438"/>
                  <a:pt x="1472647" y="1104485"/>
                </a:cubicBezTo>
                <a:lnTo>
                  <a:pt x="1472647" y="1314864"/>
                </a:lnTo>
                <a:moveTo>
                  <a:pt x="1472647" y="1314864"/>
                </a:moveTo>
                <a:lnTo>
                  <a:pt x="1472647" y="2366755"/>
                </a:lnTo>
                <a:moveTo>
                  <a:pt x="0" y="2366755"/>
                </a:moveTo>
                <a:lnTo>
                  <a:pt x="0" y="1314864"/>
                </a:lnTo>
                <a:moveTo>
                  <a:pt x="105189" y="3208268"/>
                </a:moveTo>
                <a:lnTo>
                  <a:pt x="1367458" y="3208268"/>
                </a:lnTo>
                <a:lnTo>
                  <a:pt x="1367458" y="3032953"/>
                </a:lnTo>
                <a:cubicBezTo>
                  <a:pt x="1367458" y="2955493"/>
                  <a:pt x="1304666" y="2892701"/>
                  <a:pt x="1227206" y="2892701"/>
                </a:cubicBezTo>
                <a:lnTo>
                  <a:pt x="245441" y="2892701"/>
                </a:lnTo>
                <a:cubicBezTo>
                  <a:pt x="167981" y="2892701"/>
                  <a:pt x="105189" y="2955493"/>
                  <a:pt x="105189" y="3032953"/>
                </a:cubicBezTo>
                <a:close/>
                <a:moveTo>
                  <a:pt x="718792" y="2787512"/>
                </a:moveTo>
                <a:lnTo>
                  <a:pt x="753855" y="2787512"/>
                </a:lnTo>
                <a:cubicBezTo>
                  <a:pt x="782902" y="2787512"/>
                  <a:pt x="806450" y="2763964"/>
                  <a:pt x="806450" y="2734917"/>
                </a:cubicBezTo>
                <a:lnTo>
                  <a:pt x="806450" y="2471944"/>
                </a:lnTo>
                <a:lnTo>
                  <a:pt x="666197" y="2471944"/>
                </a:lnTo>
                <a:lnTo>
                  <a:pt x="666197" y="2734917"/>
                </a:lnTo>
                <a:cubicBezTo>
                  <a:pt x="666197" y="2763964"/>
                  <a:pt x="689745" y="2787512"/>
                  <a:pt x="718792" y="2787512"/>
                </a:cubicBezTo>
                <a:close/>
                <a:moveTo>
                  <a:pt x="981765" y="2787512"/>
                </a:moveTo>
                <a:lnTo>
                  <a:pt x="1016828" y="2787512"/>
                </a:lnTo>
                <a:cubicBezTo>
                  <a:pt x="1045875" y="2787512"/>
                  <a:pt x="1069422" y="2763964"/>
                  <a:pt x="1069422" y="2734917"/>
                </a:cubicBezTo>
                <a:lnTo>
                  <a:pt x="1069422" y="2471944"/>
                </a:lnTo>
                <a:lnTo>
                  <a:pt x="929170" y="2471944"/>
                </a:lnTo>
                <a:lnTo>
                  <a:pt x="929170" y="2734917"/>
                </a:lnTo>
                <a:cubicBezTo>
                  <a:pt x="929170" y="2763964"/>
                  <a:pt x="952718" y="2787512"/>
                  <a:pt x="981765" y="2787512"/>
                </a:cubicBezTo>
                <a:close/>
                <a:moveTo>
                  <a:pt x="455819" y="2787512"/>
                </a:moveTo>
                <a:lnTo>
                  <a:pt x="490882" y="2787512"/>
                </a:lnTo>
                <a:cubicBezTo>
                  <a:pt x="519929" y="2787512"/>
                  <a:pt x="543477" y="2763964"/>
                  <a:pt x="543477" y="2734917"/>
                </a:cubicBezTo>
                <a:lnTo>
                  <a:pt x="543477" y="2471944"/>
                </a:lnTo>
                <a:lnTo>
                  <a:pt x="403225" y="2471944"/>
                </a:lnTo>
                <a:lnTo>
                  <a:pt x="403225" y="2734917"/>
                </a:lnTo>
                <a:cubicBezTo>
                  <a:pt x="403225" y="2763964"/>
                  <a:pt x="426772" y="2787512"/>
                  <a:pt x="455819" y="2787512"/>
                </a:cubicBezTo>
                <a:close/>
                <a:moveTo>
                  <a:pt x="52594" y="2471944"/>
                </a:moveTo>
                <a:cubicBezTo>
                  <a:pt x="23547" y="2471944"/>
                  <a:pt x="0" y="2448397"/>
                  <a:pt x="0" y="2419350"/>
                </a:cubicBezTo>
                <a:lnTo>
                  <a:pt x="0" y="2366755"/>
                </a:lnTo>
                <a:moveTo>
                  <a:pt x="52594" y="2471944"/>
                </a:moveTo>
                <a:lnTo>
                  <a:pt x="1420053" y="2471944"/>
                </a:lnTo>
                <a:moveTo>
                  <a:pt x="280504" y="2471944"/>
                </a:moveTo>
                <a:lnTo>
                  <a:pt x="52594" y="2471944"/>
                </a:lnTo>
                <a:moveTo>
                  <a:pt x="1420053" y="2471944"/>
                </a:moveTo>
                <a:cubicBezTo>
                  <a:pt x="1449100" y="2471944"/>
                  <a:pt x="1472647" y="2448397"/>
                  <a:pt x="1472647" y="2419350"/>
                </a:cubicBezTo>
                <a:lnTo>
                  <a:pt x="1472647" y="2366755"/>
                </a:lnTo>
                <a:moveTo>
                  <a:pt x="1420053" y="2471944"/>
                </a:moveTo>
                <a:lnTo>
                  <a:pt x="1192143" y="2471944"/>
                </a:lnTo>
                <a:moveTo>
                  <a:pt x="280504" y="2471944"/>
                </a:moveTo>
                <a:lnTo>
                  <a:pt x="280504" y="2892701"/>
                </a:lnTo>
                <a:moveTo>
                  <a:pt x="403225" y="2471944"/>
                </a:moveTo>
                <a:lnTo>
                  <a:pt x="280504" y="2471944"/>
                </a:lnTo>
                <a:moveTo>
                  <a:pt x="1192143" y="2471944"/>
                </a:moveTo>
                <a:lnTo>
                  <a:pt x="1192143" y="2892701"/>
                </a:lnTo>
                <a:moveTo>
                  <a:pt x="1192143" y="2471944"/>
                </a:moveTo>
                <a:lnTo>
                  <a:pt x="1069422" y="2471944"/>
                </a:lnTo>
                <a:moveTo>
                  <a:pt x="666197" y="2471944"/>
                </a:moveTo>
                <a:lnTo>
                  <a:pt x="543477" y="2471944"/>
                </a:lnTo>
                <a:moveTo>
                  <a:pt x="929170" y="2471944"/>
                </a:moveTo>
                <a:lnTo>
                  <a:pt x="806450" y="2471944"/>
                </a:lnTo>
              </a:path>
            </a:pathLst>
          </a:custGeom>
          <a:noFill/>
          <a:ln w="13151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35676" y="1353375"/>
            <a:ext cx="1472647" cy="3208268"/>
          </a:xfrm>
          <a:custGeom>
            <a:avLst/>
            <a:gdLst/>
            <a:ahLst/>
            <a:cxnLst/>
            <a:rect l="0" t="0" r="0" b="0"/>
            <a:pathLst>
              <a:path w="1472647" h="3208268">
                <a:moveTo>
                  <a:pt x="105189" y="0"/>
                </a:moveTo>
                <a:lnTo>
                  <a:pt x="1367458" y="0"/>
                </a:lnTo>
                <a:lnTo>
                  <a:pt x="1367458" y="175315"/>
                </a:lnTo>
                <a:cubicBezTo>
                  <a:pt x="1367458" y="252774"/>
                  <a:pt x="1304666" y="315567"/>
                  <a:pt x="1227206" y="315567"/>
                </a:cubicBezTo>
                <a:lnTo>
                  <a:pt x="245441" y="315567"/>
                </a:lnTo>
                <a:cubicBezTo>
                  <a:pt x="167981" y="315567"/>
                  <a:pt x="105189" y="252774"/>
                  <a:pt x="105189" y="175315"/>
                </a:cubicBezTo>
                <a:close/>
                <a:moveTo>
                  <a:pt x="403225" y="473351"/>
                </a:moveTo>
                <a:cubicBezTo>
                  <a:pt x="403225" y="444304"/>
                  <a:pt x="426772" y="420756"/>
                  <a:pt x="455819" y="420756"/>
                </a:cubicBezTo>
                <a:lnTo>
                  <a:pt x="490882" y="420756"/>
                </a:lnTo>
                <a:cubicBezTo>
                  <a:pt x="519929" y="420756"/>
                  <a:pt x="543477" y="444304"/>
                  <a:pt x="543477" y="473351"/>
                </a:cubicBezTo>
                <a:lnTo>
                  <a:pt x="543477" y="788918"/>
                </a:lnTo>
                <a:lnTo>
                  <a:pt x="525945" y="788918"/>
                </a:lnTo>
                <a:cubicBezTo>
                  <a:pt x="496898" y="788918"/>
                  <a:pt x="473351" y="812466"/>
                  <a:pt x="473351" y="841513"/>
                </a:cubicBezTo>
                <a:lnTo>
                  <a:pt x="473351" y="1051891"/>
                </a:lnTo>
                <a:lnTo>
                  <a:pt x="403225" y="1051891"/>
                </a:lnTo>
                <a:close/>
                <a:moveTo>
                  <a:pt x="1069422" y="473351"/>
                </a:moveTo>
                <a:cubicBezTo>
                  <a:pt x="1069422" y="444304"/>
                  <a:pt x="1045875" y="420756"/>
                  <a:pt x="1016828" y="420756"/>
                </a:cubicBezTo>
                <a:lnTo>
                  <a:pt x="981765" y="420756"/>
                </a:lnTo>
                <a:cubicBezTo>
                  <a:pt x="952718" y="420756"/>
                  <a:pt x="929170" y="444304"/>
                  <a:pt x="929170" y="473351"/>
                </a:cubicBezTo>
                <a:lnTo>
                  <a:pt x="929170" y="788918"/>
                </a:lnTo>
                <a:lnTo>
                  <a:pt x="946702" y="788918"/>
                </a:lnTo>
                <a:cubicBezTo>
                  <a:pt x="975749" y="788918"/>
                  <a:pt x="999296" y="812466"/>
                  <a:pt x="999296" y="841513"/>
                </a:cubicBezTo>
                <a:lnTo>
                  <a:pt x="999296" y="1051891"/>
                </a:lnTo>
                <a:lnTo>
                  <a:pt x="1069422" y="1051891"/>
                </a:lnTo>
                <a:close/>
                <a:moveTo>
                  <a:pt x="718792" y="420756"/>
                </a:moveTo>
                <a:lnTo>
                  <a:pt x="753855" y="420756"/>
                </a:lnTo>
                <a:cubicBezTo>
                  <a:pt x="782902" y="420756"/>
                  <a:pt x="806450" y="444304"/>
                  <a:pt x="806450" y="473351"/>
                </a:cubicBezTo>
                <a:lnTo>
                  <a:pt x="806450" y="788918"/>
                </a:lnTo>
                <a:lnTo>
                  <a:pt x="666197" y="788918"/>
                </a:lnTo>
                <a:lnTo>
                  <a:pt x="666197" y="473351"/>
                </a:lnTo>
                <a:cubicBezTo>
                  <a:pt x="666197" y="444304"/>
                  <a:pt x="689745" y="420756"/>
                  <a:pt x="718792" y="420756"/>
                </a:cubicBezTo>
                <a:close/>
                <a:moveTo>
                  <a:pt x="280504" y="319950"/>
                </a:moveTo>
                <a:lnTo>
                  <a:pt x="280504" y="1051891"/>
                </a:lnTo>
                <a:moveTo>
                  <a:pt x="1192143" y="319950"/>
                </a:moveTo>
                <a:lnTo>
                  <a:pt x="1192143" y="1051891"/>
                </a:lnTo>
                <a:moveTo>
                  <a:pt x="0" y="1314864"/>
                </a:moveTo>
                <a:lnTo>
                  <a:pt x="0" y="1104485"/>
                </a:lnTo>
                <a:cubicBezTo>
                  <a:pt x="0" y="1075438"/>
                  <a:pt x="23547" y="1051891"/>
                  <a:pt x="52594" y="1051891"/>
                </a:cubicBezTo>
                <a:lnTo>
                  <a:pt x="473351" y="1051891"/>
                </a:lnTo>
                <a:lnTo>
                  <a:pt x="473351" y="1262269"/>
                </a:lnTo>
                <a:cubicBezTo>
                  <a:pt x="473351" y="1291316"/>
                  <a:pt x="496898" y="1314864"/>
                  <a:pt x="525945" y="1314864"/>
                </a:cubicBezTo>
                <a:lnTo>
                  <a:pt x="946702" y="1314864"/>
                </a:lnTo>
                <a:cubicBezTo>
                  <a:pt x="975749" y="1314864"/>
                  <a:pt x="999296" y="1291316"/>
                  <a:pt x="999296" y="1262269"/>
                </a:cubicBezTo>
                <a:lnTo>
                  <a:pt x="999296" y="1051891"/>
                </a:lnTo>
                <a:lnTo>
                  <a:pt x="1420053" y="1051891"/>
                </a:lnTo>
                <a:cubicBezTo>
                  <a:pt x="1449100" y="1051891"/>
                  <a:pt x="1472647" y="1075438"/>
                  <a:pt x="1472647" y="1104485"/>
                </a:cubicBezTo>
                <a:lnTo>
                  <a:pt x="1472647" y="1314864"/>
                </a:lnTo>
                <a:moveTo>
                  <a:pt x="1472647" y="1314864"/>
                </a:moveTo>
                <a:lnTo>
                  <a:pt x="1472647" y="2366755"/>
                </a:lnTo>
                <a:moveTo>
                  <a:pt x="0" y="2366755"/>
                </a:moveTo>
                <a:lnTo>
                  <a:pt x="0" y="1314864"/>
                </a:lnTo>
                <a:moveTo>
                  <a:pt x="105189" y="3208268"/>
                </a:moveTo>
                <a:lnTo>
                  <a:pt x="1367458" y="3208268"/>
                </a:lnTo>
                <a:lnTo>
                  <a:pt x="1367458" y="3032953"/>
                </a:lnTo>
                <a:cubicBezTo>
                  <a:pt x="1367458" y="2955493"/>
                  <a:pt x="1304666" y="2892701"/>
                  <a:pt x="1227206" y="2892701"/>
                </a:cubicBezTo>
                <a:lnTo>
                  <a:pt x="245441" y="2892701"/>
                </a:lnTo>
                <a:cubicBezTo>
                  <a:pt x="167981" y="2892701"/>
                  <a:pt x="105189" y="2955493"/>
                  <a:pt x="105189" y="3032953"/>
                </a:cubicBezTo>
                <a:close/>
                <a:moveTo>
                  <a:pt x="718792" y="2787512"/>
                </a:moveTo>
                <a:lnTo>
                  <a:pt x="753855" y="2787512"/>
                </a:lnTo>
                <a:cubicBezTo>
                  <a:pt x="782902" y="2787512"/>
                  <a:pt x="806450" y="2763964"/>
                  <a:pt x="806450" y="2734917"/>
                </a:cubicBezTo>
                <a:lnTo>
                  <a:pt x="806450" y="2471944"/>
                </a:lnTo>
                <a:lnTo>
                  <a:pt x="666197" y="2471944"/>
                </a:lnTo>
                <a:lnTo>
                  <a:pt x="666197" y="2734917"/>
                </a:lnTo>
                <a:cubicBezTo>
                  <a:pt x="666197" y="2763964"/>
                  <a:pt x="689745" y="2787512"/>
                  <a:pt x="718792" y="2787512"/>
                </a:cubicBezTo>
                <a:close/>
                <a:moveTo>
                  <a:pt x="981765" y="2787512"/>
                </a:moveTo>
                <a:lnTo>
                  <a:pt x="1016828" y="2787512"/>
                </a:lnTo>
                <a:cubicBezTo>
                  <a:pt x="1045875" y="2787512"/>
                  <a:pt x="1069422" y="2763964"/>
                  <a:pt x="1069422" y="2734917"/>
                </a:cubicBezTo>
                <a:lnTo>
                  <a:pt x="1069422" y="2471944"/>
                </a:lnTo>
                <a:lnTo>
                  <a:pt x="929170" y="2471944"/>
                </a:lnTo>
                <a:lnTo>
                  <a:pt x="929170" y="2734917"/>
                </a:lnTo>
                <a:cubicBezTo>
                  <a:pt x="929170" y="2763964"/>
                  <a:pt x="952718" y="2787512"/>
                  <a:pt x="981765" y="2787512"/>
                </a:cubicBezTo>
                <a:close/>
                <a:moveTo>
                  <a:pt x="455819" y="2787512"/>
                </a:moveTo>
                <a:lnTo>
                  <a:pt x="490882" y="2787512"/>
                </a:lnTo>
                <a:cubicBezTo>
                  <a:pt x="519929" y="2787512"/>
                  <a:pt x="543477" y="2763964"/>
                  <a:pt x="543477" y="2734917"/>
                </a:cubicBezTo>
                <a:lnTo>
                  <a:pt x="543477" y="2471944"/>
                </a:lnTo>
                <a:lnTo>
                  <a:pt x="403225" y="2471944"/>
                </a:lnTo>
                <a:lnTo>
                  <a:pt x="403225" y="2734917"/>
                </a:lnTo>
                <a:cubicBezTo>
                  <a:pt x="403225" y="2763964"/>
                  <a:pt x="426772" y="2787512"/>
                  <a:pt x="455819" y="2787512"/>
                </a:cubicBezTo>
                <a:close/>
                <a:moveTo>
                  <a:pt x="52594" y="2471944"/>
                </a:moveTo>
                <a:cubicBezTo>
                  <a:pt x="23547" y="2471944"/>
                  <a:pt x="0" y="2448397"/>
                  <a:pt x="0" y="2419350"/>
                </a:cubicBezTo>
                <a:lnTo>
                  <a:pt x="0" y="2366755"/>
                </a:lnTo>
                <a:moveTo>
                  <a:pt x="52594" y="2471944"/>
                </a:moveTo>
                <a:lnTo>
                  <a:pt x="1420053" y="2471944"/>
                </a:lnTo>
                <a:moveTo>
                  <a:pt x="280504" y="2471944"/>
                </a:moveTo>
                <a:lnTo>
                  <a:pt x="52594" y="2471944"/>
                </a:lnTo>
                <a:moveTo>
                  <a:pt x="1420053" y="2471944"/>
                </a:moveTo>
                <a:cubicBezTo>
                  <a:pt x="1449100" y="2471944"/>
                  <a:pt x="1472647" y="2448397"/>
                  <a:pt x="1472647" y="2419350"/>
                </a:cubicBezTo>
                <a:lnTo>
                  <a:pt x="1472647" y="2366755"/>
                </a:lnTo>
                <a:moveTo>
                  <a:pt x="1420053" y="2471944"/>
                </a:moveTo>
                <a:lnTo>
                  <a:pt x="1192143" y="2471944"/>
                </a:lnTo>
                <a:moveTo>
                  <a:pt x="280504" y="2471944"/>
                </a:moveTo>
                <a:lnTo>
                  <a:pt x="280504" y="2892701"/>
                </a:lnTo>
                <a:moveTo>
                  <a:pt x="403225" y="2471944"/>
                </a:moveTo>
                <a:lnTo>
                  <a:pt x="280504" y="2471944"/>
                </a:lnTo>
                <a:moveTo>
                  <a:pt x="1192143" y="2471944"/>
                </a:moveTo>
                <a:lnTo>
                  <a:pt x="1192143" y="2892701"/>
                </a:lnTo>
                <a:moveTo>
                  <a:pt x="1192143" y="2471944"/>
                </a:moveTo>
                <a:lnTo>
                  <a:pt x="1069422" y="2471944"/>
                </a:lnTo>
                <a:moveTo>
                  <a:pt x="666197" y="2471944"/>
                </a:moveTo>
                <a:lnTo>
                  <a:pt x="543477" y="2471944"/>
                </a:lnTo>
                <a:moveTo>
                  <a:pt x="929170" y="2471944"/>
                </a:moveTo>
                <a:lnTo>
                  <a:pt x="806450" y="2471944"/>
                </a:lnTo>
              </a:path>
            </a:pathLst>
          </a:custGeom>
          <a:noFill/>
          <a:ln w="13151">
            <a:solidFill>
              <a:srgbClr val="4F92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18702" y="1353375"/>
            <a:ext cx="1472647" cy="3208268"/>
          </a:xfrm>
          <a:custGeom>
            <a:avLst/>
            <a:gdLst/>
            <a:ahLst/>
            <a:cxnLst/>
            <a:rect l="0" t="0" r="0" b="0"/>
            <a:pathLst>
              <a:path w="1472647" h="3208268">
                <a:moveTo>
                  <a:pt x="105189" y="0"/>
                </a:moveTo>
                <a:lnTo>
                  <a:pt x="1367458" y="0"/>
                </a:lnTo>
                <a:lnTo>
                  <a:pt x="1367458" y="175315"/>
                </a:lnTo>
                <a:cubicBezTo>
                  <a:pt x="1367458" y="252774"/>
                  <a:pt x="1304666" y="315567"/>
                  <a:pt x="1227206" y="315567"/>
                </a:cubicBezTo>
                <a:lnTo>
                  <a:pt x="245441" y="315567"/>
                </a:lnTo>
                <a:cubicBezTo>
                  <a:pt x="167981" y="315567"/>
                  <a:pt x="105189" y="252774"/>
                  <a:pt x="105189" y="175315"/>
                </a:cubicBezTo>
                <a:close/>
                <a:moveTo>
                  <a:pt x="403225" y="473351"/>
                </a:moveTo>
                <a:cubicBezTo>
                  <a:pt x="403225" y="444304"/>
                  <a:pt x="426772" y="420756"/>
                  <a:pt x="455819" y="420756"/>
                </a:cubicBezTo>
                <a:lnTo>
                  <a:pt x="490882" y="420756"/>
                </a:lnTo>
                <a:cubicBezTo>
                  <a:pt x="519929" y="420756"/>
                  <a:pt x="543477" y="444304"/>
                  <a:pt x="543477" y="473351"/>
                </a:cubicBezTo>
                <a:lnTo>
                  <a:pt x="543477" y="788918"/>
                </a:lnTo>
                <a:lnTo>
                  <a:pt x="525945" y="788918"/>
                </a:lnTo>
                <a:cubicBezTo>
                  <a:pt x="496898" y="788918"/>
                  <a:pt x="473351" y="812466"/>
                  <a:pt x="473351" y="841513"/>
                </a:cubicBezTo>
                <a:lnTo>
                  <a:pt x="473351" y="1051891"/>
                </a:lnTo>
                <a:lnTo>
                  <a:pt x="403225" y="1051891"/>
                </a:lnTo>
                <a:close/>
                <a:moveTo>
                  <a:pt x="1069422" y="473351"/>
                </a:moveTo>
                <a:cubicBezTo>
                  <a:pt x="1069422" y="444304"/>
                  <a:pt x="1045875" y="420756"/>
                  <a:pt x="1016828" y="420756"/>
                </a:cubicBezTo>
                <a:lnTo>
                  <a:pt x="981765" y="420756"/>
                </a:lnTo>
                <a:cubicBezTo>
                  <a:pt x="952718" y="420756"/>
                  <a:pt x="929170" y="444304"/>
                  <a:pt x="929170" y="473351"/>
                </a:cubicBezTo>
                <a:lnTo>
                  <a:pt x="929170" y="788918"/>
                </a:lnTo>
                <a:lnTo>
                  <a:pt x="946702" y="788918"/>
                </a:lnTo>
                <a:cubicBezTo>
                  <a:pt x="975749" y="788918"/>
                  <a:pt x="999296" y="812466"/>
                  <a:pt x="999296" y="841513"/>
                </a:cubicBezTo>
                <a:lnTo>
                  <a:pt x="999296" y="1051891"/>
                </a:lnTo>
                <a:lnTo>
                  <a:pt x="1069422" y="1051891"/>
                </a:lnTo>
                <a:close/>
                <a:moveTo>
                  <a:pt x="718792" y="420756"/>
                </a:moveTo>
                <a:lnTo>
                  <a:pt x="753855" y="420756"/>
                </a:lnTo>
                <a:cubicBezTo>
                  <a:pt x="782902" y="420756"/>
                  <a:pt x="806450" y="444304"/>
                  <a:pt x="806450" y="473351"/>
                </a:cubicBezTo>
                <a:lnTo>
                  <a:pt x="806450" y="788918"/>
                </a:lnTo>
                <a:lnTo>
                  <a:pt x="666197" y="788918"/>
                </a:lnTo>
                <a:lnTo>
                  <a:pt x="666197" y="473351"/>
                </a:lnTo>
                <a:cubicBezTo>
                  <a:pt x="666197" y="444304"/>
                  <a:pt x="689745" y="420756"/>
                  <a:pt x="718792" y="420756"/>
                </a:cubicBezTo>
                <a:close/>
                <a:moveTo>
                  <a:pt x="280504" y="319950"/>
                </a:moveTo>
                <a:lnTo>
                  <a:pt x="280504" y="1051891"/>
                </a:lnTo>
                <a:moveTo>
                  <a:pt x="1192143" y="319950"/>
                </a:moveTo>
                <a:lnTo>
                  <a:pt x="1192143" y="1051891"/>
                </a:lnTo>
                <a:moveTo>
                  <a:pt x="0" y="1314864"/>
                </a:moveTo>
                <a:lnTo>
                  <a:pt x="0" y="1104485"/>
                </a:lnTo>
                <a:cubicBezTo>
                  <a:pt x="0" y="1075438"/>
                  <a:pt x="23547" y="1051891"/>
                  <a:pt x="52594" y="1051891"/>
                </a:cubicBezTo>
                <a:lnTo>
                  <a:pt x="473351" y="1051891"/>
                </a:lnTo>
                <a:lnTo>
                  <a:pt x="473351" y="1262269"/>
                </a:lnTo>
                <a:cubicBezTo>
                  <a:pt x="473351" y="1291316"/>
                  <a:pt x="496898" y="1314864"/>
                  <a:pt x="525945" y="1314864"/>
                </a:cubicBezTo>
                <a:lnTo>
                  <a:pt x="946702" y="1314864"/>
                </a:lnTo>
                <a:cubicBezTo>
                  <a:pt x="975749" y="1314864"/>
                  <a:pt x="999296" y="1291316"/>
                  <a:pt x="999296" y="1262269"/>
                </a:cubicBezTo>
                <a:lnTo>
                  <a:pt x="999296" y="1051891"/>
                </a:lnTo>
                <a:lnTo>
                  <a:pt x="1420053" y="1051891"/>
                </a:lnTo>
                <a:cubicBezTo>
                  <a:pt x="1449100" y="1051891"/>
                  <a:pt x="1472647" y="1075438"/>
                  <a:pt x="1472647" y="1104485"/>
                </a:cubicBezTo>
                <a:lnTo>
                  <a:pt x="1472647" y="1314864"/>
                </a:lnTo>
                <a:moveTo>
                  <a:pt x="1472647" y="1314864"/>
                </a:moveTo>
                <a:lnTo>
                  <a:pt x="1472647" y="2366755"/>
                </a:lnTo>
                <a:moveTo>
                  <a:pt x="0" y="2366755"/>
                </a:moveTo>
                <a:lnTo>
                  <a:pt x="0" y="1314864"/>
                </a:lnTo>
                <a:moveTo>
                  <a:pt x="105189" y="3208268"/>
                </a:moveTo>
                <a:lnTo>
                  <a:pt x="1367458" y="3208268"/>
                </a:lnTo>
                <a:lnTo>
                  <a:pt x="1367458" y="3032953"/>
                </a:lnTo>
                <a:cubicBezTo>
                  <a:pt x="1367458" y="2955493"/>
                  <a:pt x="1304666" y="2892701"/>
                  <a:pt x="1227206" y="2892701"/>
                </a:cubicBezTo>
                <a:lnTo>
                  <a:pt x="245441" y="2892701"/>
                </a:lnTo>
                <a:cubicBezTo>
                  <a:pt x="167981" y="2892701"/>
                  <a:pt x="105189" y="2955493"/>
                  <a:pt x="105189" y="3032953"/>
                </a:cubicBezTo>
                <a:close/>
                <a:moveTo>
                  <a:pt x="718792" y="2787512"/>
                </a:moveTo>
                <a:lnTo>
                  <a:pt x="753855" y="2787512"/>
                </a:lnTo>
                <a:cubicBezTo>
                  <a:pt x="782902" y="2787512"/>
                  <a:pt x="806450" y="2763964"/>
                  <a:pt x="806450" y="2734917"/>
                </a:cubicBezTo>
                <a:lnTo>
                  <a:pt x="806450" y="2471944"/>
                </a:lnTo>
                <a:lnTo>
                  <a:pt x="666197" y="2471944"/>
                </a:lnTo>
                <a:lnTo>
                  <a:pt x="666197" y="2734917"/>
                </a:lnTo>
                <a:cubicBezTo>
                  <a:pt x="666197" y="2763964"/>
                  <a:pt x="689745" y="2787512"/>
                  <a:pt x="718792" y="2787512"/>
                </a:cubicBezTo>
                <a:close/>
                <a:moveTo>
                  <a:pt x="981765" y="2787512"/>
                </a:moveTo>
                <a:lnTo>
                  <a:pt x="1016828" y="2787512"/>
                </a:lnTo>
                <a:cubicBezTo>
                  <a:pt x="1045875" y="2787512"/>
                  <a:pt x="1069422" y="2763964"/>
                  <a:pt x="1069422" y="2734917"/>
                </a:cubicBezTo>
                <a:lnTo>
                  <a:pt x="1069422" y="2471944"/>
                </a:lnTo>
                <a:lnTo>
                  <a:pt x="929170" y="2471944"/>
                </a:lnTo>
                <a:lnTo>
                  <a:pt x="929170" y="2734917"/>
                </a:lnTo>
                <a:cubicBezTo>
                  <a:pt x="929170" y="2763964"/>
                  <a:pt x="952718" y="2787512"/>
                  <a:pt x="981765" y="2787512"/>
                </a:cubicBezTo>
                <a:close/>
                <a:moveTo>
                  <a:pt x="455819" y="2787512"/>
                </a:moveTo>
                <a:lnTo>
                  <a:pt x="490882" y="2787512"/>
                </a:lnTo>
                <a:cubicBezTo>
                  <a:pt x="519929" y="2787512"/>
                  <a:pt x="543477" y="2763964"/>
                  <a:pt x="543477" y="2734917"/>
                </a:cubicBezTo>
                <a:lnTo>
                  <a:pt x="543477" y="2471944"/>
                </a:lnTo>
                <a:lnTo>
                  <a:pt x="403225" y="2471944"/>
                </a:lnTo>
                <a:lnTo>
                  <a:pt x="403225" y="2734917"/>
                </a:lnTo>
                <a:cubicBezTo>
                  <a:pt x="403225" y="2763964"/>
                  <a:pt x="426772" y="2787512"/>
                  <a:pt x="455819" y="2787512"/>
                </a:cubicBezTo>
                <a:close/>
                <a:moveTo>
                  <a:pt x="52594" y="2471944"/>
                </a:moveTo>
                <a:cubicBezTo>
                  <a:pt x="23547" y="2471944"/>
                  <a:pt x="0" y="2448397"/>
                  <a:pt x="0" y="2419350"/>
                </a:cubicBezTo>
                <a:lnTo>
                  <a:pt x="0" y="2366755"/>
                </a:lnTo>
                <a:moveTo>
                  <a:pt x="52594" y="2471944"/>
                </a:moveTo>
                <a:lnTo>
                  <a:pt x="1420053" y="2471944"/>
                </a:lnTo>
                <a:moveTo>
                  <a:pt x="280504" y="2471944"/>
                </a:moveTo>
                <a:lnTo>
                  <a:pt x="52594" y="2471944"/>
                </a:lnTo>
                <a:moveTo>
                  <a:pt x="1420053" y="2471944"/>
                </a:moveTo>
                <a:cubicBezTo>
                  <a:pt x="1449100" y="2471944"/>
                  <a:pt x="1472647" y="2448397"/>
                  <a:pt x="1472647" y="2419350"/>
                </a:cubicBezTo>
                <a:lnTo>
                  <a:pt x="1472647" y="2366755"/>
                </a:lnTo>
                <a:moveTo>
                  <a:pt x="1420053" y="2471944"/>
                </a:moveTo>
                <a:lnTo>
                  <a:pt x="1192143" y="2471944"/>
                </a:lnTo>
                <a:moveTo>
                  <a:pt x="280504" y="2471944"/>
                </a:moveTo>
                <a:lnTo>
                  <a:pt x="280504" y="2892701"/>
                </a:lnTo>
                <a:moveTo>
                  <a:pt x="403225" y="2471944"/>
                </a:moveTo>
                <a:lnTo>
                  <a:pt x="280504" y="2471944"/>
                </a:lnTo>
                <a:moveTo>
                  <a:pt x="1192143" y="2471944"/>
                </a:moveTo>
                <a:lnTo>
                  <a:pt x="1192143" y="2892701"/>
                </a:lnTo>
                <a:moveTo>
                  <a:pt x="1192143" y="2471944"/>
                </a:moveTo>
                <a:lnTo>
                  <a:pt x="1069422" y="2471944"/>
                </a:lnTo>
                <a:moveTo>
                  <a:pt x="666197" y="2471944"/>
                </a:moveTo>
                <a:lnTo>
                  <a:pt x="543477" y="2471944"/>
                </a:lnTo>
                <a:moveTo>
                  <a:pt x="929170" y="2471944"/>
                </a:moveTo>
                <a:lnTo>
                  <a:pt x="806450" y="2471944"/>
                </a:lnTo>
              </a:path>
            </a:pathLst>
          </a:custGeom>
          <a:noFill/>
          <a:ln w="13151">
            <a:solidFill>
              <a:srgbClr val="886A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8628" y="371475"/>
            <a:ext cx="6246733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Roboto"/>
              </a:rPr>
              <a:t>TradeVision AI Product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87431" y="2203655"/>
            <a:ext cx="403224" cy="403224"/>
          </a:xfrm>
          <a:custGeom>
            <a:avLst/>
            <a:gdLst/>
            <a:ahLst/>
            <a:cxnLst/>
            <a:rect l="0" t="0" r="0" b="0"/>
            <a:pathLst>
              <a:path w="403224" h="403224">
                <a:moveTo>
                  <a:pt x="0" y="201612"/>
                </a:moveTo>
                <a:cubicBezTo>
                  <a:pt x="0" y="312959"/>
                  <a:pt x="90264" y="403224"/>
                  <a:pt x="201612" y="403224"/>
                </a:cubicBezTo>
                <a:cubicBezTo>
                  <a:pt x="312959" y="403224"/>
                  <a:pt x="403224" y="312959"/>
                  <a:pt x="403224" y="201612"/>
                </a:cubicBezTo>
                <a:cubicBezTo>
                  <a:pt x="403224" y="90264"/>
                  <a:pt x="312959" y="0"/>
                  <a:pt x="201612" y="0"/>
                </a:cubicBezTo>
                <a:cubicBezTo>
                  <a:pt x="90264" y="0"/>
                  <a:pt x="0" y="90264"/>
                  <a:pt x="0" y="201612"/>
                </a:cubicBezTo>
                <a:close/>
                <a:moveTo>
                  <a:pt x="315567" y="298035"/>
                </a:moveTo>
                <a:lnTo>
                  <a:pt x="87657" y="298035"/>
                </a:lnTo>
                <a:lnTo>
                  <a:pt x="87657" y="122720"/>
                </a:lnTo>
                <a:moveTo>
                  <a:pt x="315497" y="149017"/>
                </a:moveTo>
                <a:lnTo>
                  <a:pt x="262902" y="156538"/>
                </a:lnTo>
                <a:cubicBezTo>
                  <a:pt x="257429" y="157323"/>
                  <a:pt x="252647" y="160643"/>
                  <a:pt x="249999" y="165497"/>
                </a:cubicBezTo>
                <a:lnTo>
                  <a:pt x="210308" y="238428"/>
                </a:lnTo>
                <a:cubicBezTo>
                  <a:pt x="209020" y="242413"/>
                  <a:pt x="205387" y="245175"/>
                  <a:pt x="201203" y="245351"/>
                </a:cubicBezTo>
                <a:cubicBezTo>
                  <a:pt x="197018" y="245527"/>
                  <a:pt x="193167" y="243080"/>
                  <a:pt x="191549" y="239217"/>
                </a:cubicBezTo>
                <a:lnTo>
                  <a:pt x="158029" y="188937"/>
                </a:lnTo>
                <a:cubicBezTo>
                  <a:pt x="152919" y="181259"/>
                  <a:pt x="142735" y="178853"/>
                  <a:pt x="134729" y="183432"/>
                </a:cubicBezTo>
                <a:lnTo>
                  <a:pt x="87587" y="210378"/>
                </a:lnTo>
              </a:path>
            </a:pathLst>
          </a:custGeom>
          <a:noFill/>
          <a:ln w="13151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70388" y="2265015"/>
            <a:ext cx="385693" cy="280504"/>
          </a:xfrm>
          <a:custGeom>
            <a:avLst/>
            <a:gdLst/>
            <a:ahLst/>
            <a:cxnLst/>
            <a:rect l="0" t="0" r="0" b="0"/>
            <a:pathLst>
              <a:path w="385693" h="280504">
                <a:moveTo>
                  <a:pt x="17531" y="0"/>
                </a:moveTo>
                <a:cubicBezTo>
                  <a:pt x="7849" y="0"/>
                  <a:pt x="0" y="7849"/>
                  <a:pt x="0" y="17531"/>
                </a:cubicBezTo>
                <a:moveTo>
                  <a:pt x="0" y="52594"/>
                </a:moveTo>
                <a:lnTo>
                  <a:pt x="0" y="70126"/>
                </a:lnTo>
                <a:moveTo>
                  <a:pt x="70126" y="0"/>
                </a:moveTo>
                <a:lnTo>
                  <a:pt x="52594" y="0"/>
                </a:lnTo>
                <a:moveTo>
                  <a:pt x="70126" y="280504"/>
                </a:moveTo>
                <a:lnTo>
                  <a:pt x="52594" y="280504"/>
                </a:lnTo>
                <a:moveTo>
                  <a:pt x="122720" y="0"/>
                </a:moveTo>
                <a:lnTo>
                  <a:pt x="105189" y="0"/>
                </a:lnTo>
                <a:moveTo>
                  <a:pt x="175315" y="0"/>
                </a:moveTo>
                <a:lnTo>
                  <a:pt x="157783" y="0"/>
                </a:lnTo>
                <a:moveTo>
                  <a:pt x="122720" y="280504"/>
                </a:moveTo>
                <a:lnTo>
                  <a:pt x="105189" y="280504"/>
                </a:lnTo>
                <a:moveTo>
                  <a:pt x="175315" y="280504"/>
                </a:moveTo>
                <a:lnTo>
                  <a:pt x="157783" y="280504"/>
                </a:lnTo>
                <a:moveTo>
                  <a:pt x="227909" y="280504"/>
                </a:moveTo>
                <a:lnTo>
                  <a:pt x="210378" y="280504"/>
                </a:lnTo>
                <a:moveTo>
                  <a:pt x="280504" y="280504"/>
                </a:moveTo>
                <a:lnTo>
                  <a:pt x="262972" y="280504"/>
                </a:lnTo>
                <a:moveTo>
                  <a:pt x="333098" y="280504"/>
                </a:moveTo>
                <a:lnTo>
                  <a:pt x="315567" y="280504"/>
                </a:lnTo>
                <a:moveTo>
                  <a:pt x="368161" y="280504"/>
                </a:moveTo>
                <a:cubicBezTo>
                  <a:pt x="377844" y="280504"/>
                  <a:pt x="385693" y="272655"/>
                  <a:pt x="385693" y="262972"/>
                </a:cubicBezTo>
                <a:moveTo>
                  <a:pt x="17531" y="280504"/>
                </a:moveTo>
                <a:cubicBezTo>
                  <a:pt x="7849" y="280504"/>
                  <a:pt x="0" y="272655"/>
                  <a:pt x="0" y="262972"/>
                </a:cubicBezTo>
                <a:moveTo>
                  <a:pt x="385693" y="227909"/>
                </a:moveTo>
                <a:lnTo>
                  <a:pt x="385693" y="210378"/>
                </a:lnTo>
                <a:moveTo>
                  <a:pt x="385693" y="175315"/>
                </a:moveTo>
                <a:lnTo>
                  <a:pt x="385693" y="157783"/>
                </a:lnTo>
                <a:moveTo>
                  <a:pt x="0" y="227909"/>
                </a:moveTo>
                <a:lnTo>
                  <a:pt x="0" y="210378"/>
                </a:lnTo>
                <a:moveTo>
                  <a:pt x="0" y="175315"/>
                </a:moveTo>
                <a:lnTo>
                  <a:pt x="0" y="157783"/>
                </a:lnTo>
                <a:moveTo>
                  <a:pt x="0" y="122720"/>
                </a:moveTo>
                <a:lnTo>
                  <a:pt x="0" y="105189"/>
                </a:lnTo>
                <a:moveTo>
                  <a:pt x="245441" y="0"/>
                </a:moveTo>
                <a:lnTo>
                  <a:pt x="368161" y="0"/>
                </a:lnTo>
                <a:cubicBezTo>
                  <a:pt x="368161" y="0"/>
                  <a:pt x="385693" y="0"/>
                  <a:pt x="385693" y="17531"/>
                </a:cubicBezTo>
                <a:lnTo>
                  <a:pt x="385693" y="87657"/>
                </a:lnTo>
                <a:cubicBezTo>
                  <a:pt x="385693" y="87657"/>
                  <a:pt x="385693" y="105189"/>
                  <a:pt x="368161" y="105189"/>
                </a:cubicBezTo>
                <a:lnTo>
                  <a:pt x="245441" y="105189"/>
                </a:lnTo>
                <a:cubicBezTo>
                  <a:pt x="245441" y="105189"/>
                  <a:pt x="227909" y="105189"/>
                  <a:pt x="227909" y="87657"/>
                </a:cubicBezTo>
                <a:lnTo>
                  <a:pt x="227909" y="17531"/>
                </a:lnTo>
                <a:cubicBezTo>
                  <a:pt x="227909" y="17531"/>
                  <a:pt x="227909" y="0"/>
                  <a:pt x="245441" y="0"/>
                </a:cubicBezTo>
              </a:path>
            </a:pathLst>
          </a:custGeom>
          <a:noFill/>
          <a:ln w="13151">
            <a:solidFill>
              <a:srgbClr val="4F92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53413" y="2212420"/>
            <a:ext cx="403224" cy="385693"/>
          </a:xfrm>
          <a:custGeom>
            <a:avLst/>
            <a:gdLst/>
            <a:ahLst/>
            <a:cxnLst/>
            <a:rect l="0" t="0" r="0" b="0"/>
            <a:pathLst>
              <a:path w="403224" h="385693">
                <a:moveTo>
                  <a:pt x="35063" y="0"/>
                </a:moveTo>
                <a:lnTo>
                  <a:pt x="368161" y="0"/>
                </a:lnTo>
                <a:cubicBezTo>
                  <a:pt x="368161" y="0"/>
                  <a:pt x="403224" y="0"/>
                  <a:pt x="403224" y="35063"/>
                </a:cubicBezTo>
                <a:lnTo>
                  <a:pt x="403224" y="350630"/>
                </a:lnTo>
                <a:cubicBezTo>
                  <a:pt x="403224" y="350630"/>
                  <a:pt x="403224" y="385693"/>
                  <a:pt x="368161" y="385693"/>
                </a:cubicBezTo>
                <a:lnTo>
                  <a:pt x="35063" y="385693"/>
                </a:lnTo>
                <a:cubicBezTo>
                  <a:pt x="35063" y="385693"/>
                  <a:pt x="0" y="385693"/>
                  <a:pt x="0" y="350630"/>
                </a:cubicBezTo>
                <a:lnTo>
                  <a:pt x="0" y="35063"/>
                </a:lnTo>
                <a:cubicBezTo>
                  <a:pt x="0" y="35063"/>
                  <a:pt x="0" y="0"/>
                  <a:pt x="35063" y="0"/>
                </a:cubicBezTo>
                <a:moveTo>
                  <a:pt x="0" y="87657"/>
                </a:moveTo>
                <a:lnTo>
                  <a:pt x="403224" y="87657"/>
                </a:lnTo>
                <a:moveTo>
                  <a:pt x="61360" y="39445"/>
                </a:moveTo>
                <a:cubicBezTo>
                  <a:pt x="58939" y="39445"/>
                  <a:pt x="56977" y="41408"/>
                  <a:pt x="56977" y="43828"/>
                </a:cubicBezTo>
                <a:cubicBezTo>
                  <a:pt x="56977" y="46249"/>
                  <a:pt x="58939" y="48211"/>
                  <a:pt x="61360" y="48211"/>
                </a:cubicBezTo>
                <a:cubicBezTo>
                  <a:pt x="63780" y="48211"/>
                  <a:pt x="65743" y="46249"/>
                  <a:pt x="65743" y="43828"/>
                </a:cubicBezTo>
                <a:cubicBezTo>
                  <a:pt x="65743" y="41408"/>
                  <a:pt x="63780" y="39445"/>
                  <a:pt x="61360" y="39445"/>
                </a:cubicBezTo>
                <a:moveTo>
                  <a:pt x="113954" y="39445"/>
                </a:moveTo>
                <a:cubicBezTo>
                  <a:pt x="111534" y="39445"/>
                  <a:pt x="109571" y="41408"/>
                  <a:pt x="109571" y="43828"/>
                </a:cubicBezTo>
                <a:cubicBezTo>
                  <a:pt x="109571" y="46249"/>
                  <a:pt x="111534" y="48211"/>
                  <a:pt x="113954" y="48211"/>
                </a:cubicBezTo>
                <a:cubicBezTo>
                  <a:pt x="116375" y="48211"/>
                  <a:pt x="118337" y="46249"/>
                  <a:pt x="118337" y="43828"/>
                </a:cubicBezTo>
                <a:cubicBezTo>
                  <a:pt x="118337" y="41408"/>
                  <a:pt x="116375" y="39445"/>
                  <a:pt x="113954" y="39445"/>
                </a:cubicBezTo>
                <a:moveTo>
                  <a:pt x="166549" y="39445"/>
                </a:moveTo>
                <a:cubicBezTo>
                  <a:pt x="164128" y="39445"/>
                  <a:pt x="162166" y="41408"/>
                  <a:pt x="162166" y="43828"/>
                </a:cubicBezTo>
                <a:cubicBezTo>
                  <a:pt x="162166" y="46249"/>
                  <a:pt x="164128" y="48211"/>
                  <a:pt x="166549" y="48211"/>
                </a:cubicBezTo>
                <a:cubicBezTo>
                  <a:pt x="168970" y="48211"/>
                  <a:pt x="170932" y="46249"/>
                  <a:pt x="170932" y="43828"/>
                </a:cubicBezTo>
                <a:cubicBezTo>
                  <a:pt x="170932" y="41408"/>
                  <a:pt x="168970" y="39445"/>
                  <a:pt x="166549" y="39445"/>
                </a:cubicBezTo>
                <a:moveTo>
                  <a:pt x="0" y="236675"/>
                </a:moveTo>
                <a:lnTo>
                  <a:pt x="403224" y="236675"/>
                </a:lnTo>
                <a:moveTo>
                  <a:pt x="96423" y="87657"/>
                </a:moveTo>
                <a:lnTo>
                  <a:pt x="96423" y="385693"/>
                </a:lnTo>
                <a:moveTo>
                  <a:pt x="96423" y="210378"/>
                </a:moveTo>
                <a:lnTo>
                  <a:pt x="122107" y="159028"/>
                </a:lnTo>
                <a:cubicBezTo>
                  <a:pt x="130394" y="142443"/>
                  <a:pt x="147413" y="132034"/>
                  <a:pt x="165953" y="132213"/>
                </a:cubicBezTo>
                <a:cubicBezTo>
                  <a:pt x="184493" y="132392"/>
                  <a:pt x="201308" y="143127"/>
                  <a:pt x="209273" y="159869"/>
                </a:cubicBezTo>
                <a:lnTo>
                  <a:pt x="216163" y="174315"/>
                </a:lnTo>
                <a:cubicBezTo>
                  <a:pt x="223778" y="190312"/>
                  <a:pt x="239507" y="200886"/>
                  <a:pt x="257195" y="201897"/>
                </a:cubicBezTo>
                <a:cubicBezTo>
                  <a:pt x="274883" y="202908"/>
                  <a:pt x="291715" y="194197"/>
                  <a:pt x="301103" y="179172"/>
                </a:cubicBezTo>
                <a:lnTo>
                  <a:pt x="301103" y="179172"/>
                </a:lnTo>
                <a:cubicBezTo>
                  <a:pt x="309926" y="165046"/>
                  <a:pt x="325381" y="156436"/>
                  <a:pt x="342035" y="156369"/>
                </a:cubicBezTo>
                <a:cubicBezTo>
                  <a:pt x="358690" y="156301"/>
                  <a:pt x="374214" y="164785"/>
                  <a:pt x="383151" y="178839"/>
                </a:cubicBezTo>
                <a:lnTo>
                  <a:pt x="403224" y="210378"/>
                </a:lnTo>
                <a:moveTo>
                  <a:pt x="96423" y="317197"/>
                </a:moveTo>
                <a:lnTo>
                  <a:pt x="125192" y="288428"/>
                </a:lnTo>
                <a:cubicBezTo>
                  <a:pt x="130989" y="282631"/>
                  <a:pt x="139103" y="279778"/>
                  <a:pt x="147253" y="280671"/>
                </a:cubicBezTo>
                <a:cubicBezTo>
                  <a:pt x="155402" y="281564"/>
                  <a:pt x="162706" y="286106"/>
                  <a:pt x="167110" y="293021"/>
                </a:cubicBezTo>
                <a:lnTo>
                  <a:pt x="188656" y="326875"/>
                </a:lnTo>
                <a:cubicBezTo>
                  <a:pt x="193499" y="334494"/>
                  <a:pt x="201829" y="339191"/>
                  <a:pt x="210856" y="339392"/>
                </a:cubicBezTo>
                <a:cubicBezTo>
                  <a:pt x="219882" y="339593"/>
                  <a:pt x="228412" y="335271"/>
                  <a:pt x="233589" y="327874"/>
                </a:cubicBezTo>
                <a:lnTo>
                  <a:pt x="248333" y="306836"/>
                </a:lnTo>
                <a:cubicBezTo>
                  <a:pt x="253527" y="299404"/>
                  <a:pt x="262104" y="295074"/>
                  <a:pt x="271169" y="295311"/>
                </a:cubicBezTo>
                <a:cubicBezTo>
                  <a:pt x="280233" y="295547"/>
                  <a:pt x="288573" y="300318"/>
                  <a:pt x="293372" y="308011"/>
                </a:cubicBezTo>
                <a:lnTo>
                  <a:pt x="294143" y="309238"/>
                </a:lnTo>
                <a:cubicBezTo>
                  <a:pt x="298927" y="316888"/>
                  <a:pt x="307213" y="321648"/>
                  <a:pt x="316231" y="321926"/>
                </a:cubicBezTo>
                <a:cubicBezTo>
                  <a:pt x="325250" y="322204"/>
                  <a:pt x="333813" y="317964"/>
                  <a:pt x="339059" y="310623"/>
                </a:cubicBezTo>
                <a:lnTo>
                  <a:pt x="339059" y="310623"/>
                </a:lnTo>
                <a:cubicBezTo>
                  <a:pt x="343928" y="303816"/>
                  <a:pt x="351675" y="299648"/>
                  <a:pt x="360039" y="299336"/>
                </a:cubicBezTo>
                <a:cubicBezTo>
                  <a:pt x="368402" y="299024"/>
                  <a:pt x="376438" y="302603"/>
                  <a:pt x="381801" y="309028"/>
                </a:cubicBezTo>
                <a:lnTo>
                  <a:pt x="403224" y="334729"/>
                </a:lnTo>
              </a:path>
            </a:pathLst>
          </a:custGeom>
          <a:noFill/>
          <a:ln w="13151">
            <a:solidFill>
              <a:srgbClr val="886A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>
            <a:off x="2459939" y="2720837"/>
            <a:ext cx="858078" cy="420756"/>
            <a:chOff x="2459939" y="2720837"/>
            <a:chExt cx="858078" cy="420756"/>
          </a:xfrm>
        </p:grpSpPr>
        <p:sp>
          <p:nvSpPr>
            <p:cNvPr id="9" name="TextBox 8"/>
            <p:cNvSpPr txBox="1"/>
            <p:nvPr/>
          </p:nvSpPr>
          <p:spPr>
            <a:xfrm>
              <a:off x="2459939" y="2720837"/>
              <a:ext cx="858078" cy="21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0">
                  <a:solidFill>
                    <a:srgbClr val="FFFFFF"/>
                  </a:solidFill>
                  <a:latin typeface="Roboto"/>
                </a:rPr>
                <a:t>Interactive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59939" y="2931244"/>
              <a:ext cx="858078" cy="210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0">
                  <a:solidFill>
                    <a:srgbClr val="FFFFFF"/>
                  </a:solidFill>
                  <a:latin typeface="Roboto"/>
                </a:rPr>
                <a:t>Charts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182542" y="2720837"/>
            <a:ext cx="778906" cy="420756"/>
            <a:chOff x="4182542" y="2720837"/>
            <a:chExt cx="778906" cy="420756"/>
          </a:xfrm>
        </p:grpSpPr>
        <p:sp>
          <p:nvSpPr>
            <p:cNvPr id="12" name="TextBox 11"/>
            <p:cNvSpPr txBox="1"/>
            <p:nvPr/>
          </p:nvSpPr>
          <p:spPr>
            <a:xfrm>
              <a:off x="4182542" y="2720837"/>
              <a:ext cx="778906" cy="21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0">
                  <a:solidFill>
                    <a:srgbClr val="FFFFFF"/>
                  </a:solidFill>
                  <a:latin typeface="Roboto"/>
                </a:rPr>
                <a:t>AI Insight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82542" y="2931244"/>
              <a:ext cx="778906" cy="210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300" b="0">
                  <a:solidFill>
                    <a:srgbClr val="FFFFFF"/>
                  </a:solidFill>
                  <a:latin typeface="Roboto"/>
                </a:rPr>
                <a:t>Cards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852118" y="2720838"/>
            <a:ext cx="805815" cy="2103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Roboto"/>
              </a:rPr>
              <a:t>Modern UI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705671" y="3036430"/>
            <a:ext cx="1098708" cy="473296"/>
            <a:chOff x="5705671" y="3036430"/>
            <a:chExt cx="1098708" cy="473296"/>
          </a:xfrm>
        </p:grpSpPr>
        <p:sp>
          <p:nvSpPr>
            <p:cNvPr id="16" name="TextBox 15"/>
            <p:cNvSpPr txBox="1"/>
            <p:nvPr/>
          </p:nvSpPr>
          <p:spPr>
            <a:xfrm>
              <a:off x="5705671" y="3036430"/>
              <a:ext cx="1098708" cy="157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Dark premium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05671" y="3194259"/>
              <a:ext cx="1098708" cy="157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interface with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05671" y="3351993"/>
              <a:ext cx="1098708" cy="157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intuitive navigation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296871" y="3246796"/>
            <a:ext cx="1184195" cy="315543"/>
            <a:chOff x="2296871" y="3246796"/>
            <a:chExt cx="1184195" cy="315543"/>
          </a:xfrm>
        </p:grpSpPr>
        <p:sp>
          <p:nvSpPr>
            <p:cNvPr id="20" name="TextBox 19"/>
            <p:cNvSpPr txBox="1"/>
            <p:nvPr/>
          </p:nvSpPr>
          <p:spPr>
            <a:xfrm>
              <a:off x="2296871" y="3246796"/>
              <a:ext cx="1184195" cy="157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Visualizing market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296871" y="3404530"/>
              <a:ext cx="1184195" cy="15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behavior in real-time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120515" y="3246813"/>
            <a:ext cx="902970" cy="473296"/>
            <a:chOff x="4120515" y="3246813"/>
            <a:chExt cx="902970" cy="473296"/>
          </a:xfrm>
        </p:grpSpPr>
        <p:sp>
          <p:nvSpPr>
            <p:cNvPr id="23" name="TextBox 22"/>
            <p:cNvSpPr txBox="1"/>
            <p:nvPr/>
          </p:nvSpPr>
          <p:spPr>
            <a:xfrm>
              <a:off x="4120515" y="3246813"/>
              <a:ext cx="902970" cy="157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Simplified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20515" y="3404642"/>
              <a:ext cx="902970" cy="157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summaries of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20515" y="3562376"/>
              <a:ext cx="902970" cy="157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complex trends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5960579" y="1748823"/>
            <a:ext cx="763242" cy="1198809"/>
            <a:chOff x="5960579" y="1748823"/>
            <a:chExt cx="763242" cy="1198809"/>
          </a:xfrm>
        </p:grpSpPr>
        <p:sp>
          <p:nvSpPr>
            <p:cNvPr id="2" name="Rounded Rectangle 1"/>
            <p:cNvSpPr/>
            <p:nvPr/>
          </p:nvSpPr>
          <p:spPr>
            <a:xfrm>
              <a:off x="5960579" y="2192781"/>
              <a:ext cx="317910" cy="754851"/>
            </a:xfrm>
            <a:custGeom>
              <a:avLst/>
              <a:gdLst/>
              <a:ahLst/>
              <a:cxnLst/>
              <a:rect l="0" t="0" r="0" b="0"/>
              <a:pathLst>
                <a:path w="317910" h="754851">
                  <a:moveTo>
                    <a:pt x="0" y="454957"/>
                  </a:moveTo>
                  <a:lnTo>
                    <a:pt x="0" y="558077"/>
                  </a:lnTo>
                  <a:cubicBezTo>
                    <a:pt x="51461" y="610607"/>
                    <a:pt x="80341" y="681237"/>
                    <a:pt x="80341" y="754851"/>
                  </a:cubicBezTo>
                  <a:lnTo>
                    <a:pt x="80341" y="454957"/>
                  </a:lnTo>
                  <a:moveTo>
                    <a:pt x="0" y="454958"/>
                  </a:moveTo>
                  <a:lnTo>
                    <a:pt x="0" y="401430"/>
                  </a:lnTo>
                  <a:moveTo>
                    <a:pt x="80341" y="401430"/>
                  </a:moveTo>
                  <a:lnTo>
                    <a:pt x="80341" y="454958"/>
                  </a:lnTo>
                  <a:moveTo>
                    <a:pt x="80341" y="401428"/>
                  </a:moveTo>
                  <a:lnTo>
                    <a:pt x="80341" y="378937"/>
                  </a:lnTo>
                  <a:cubicBezTo>
                    <a:pt x="80341" y="325667"/>
                    <a:pt x="101504" y="274575"/>
                    <a:pt x="139171" y="236908"/>
                  </a:cubicBezTo>
                  <a:lnTo>
                    <a:pt x="317910" y="56803"/>
                  </a:lnTo>
                  <a:cubicBezTo>
                    <a:pt x="305913" y="44571"/>
                    <a:pt x="303487" y="31830"/>
                    <a:pt x="294584" y="23155"/>
                  </a:cubicBezTo>
                  <a:cubicBezTo>
                    <a:pt x="284813" y="13633"/>
                    <a:pt x="268811" y="9959"/>
                    <a:pt x="261106" y="0"/>
                  </a:cubicBezTo>
                  <a:lnTo>
                    <a:pt x="82361" y="180097"/>
                  </a:lnTo>
                  <a:cubicBezTo>
                    <a:pt x="29627" y="232831"/>
                    <a:pt x="0" y="304359"/>
                    <a:pt x="0" y="378937"/>
                  </a:cubicBezTo>
                  <a:lnTo>
                    <a:pt x="0" y="401428"/>
                  </a:lnTo>
                </a:path>
              </a:pathLst>
            </a:custGeom>
            <a:noFill/>
            <a:ln w="10044">
              <a:solidFill>
                <a:srgbClr val="CD6AF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161432" y="1748823"/>
              <a:ext cx="562389" cy="562389"/>
            </a:xfrm>
            <a:custGeom>
              <a:avLst/>
              <a:gdLst/>
              <a:ahLst/>
              <a:cxnLst/>
              <a:rect l="0" t="0" r="0" b="0"/>
              <a:pathLst>
                <a:path w="562389" h="562389">
                  <a:moveTo>
                    <a:pt x="482047" y="15194"/>
                  </a:moveTo>
                  <a:lnTo>
                    <a:pt x="562389" y="0"/>
                  </a:lnTo>
                  <a:lnTo>
                    <a:pt x="547194" y="80341"/>
                  </a:lnTo>
                  <a:lnTo>
                    <a:pt x="562389" y="80341"/>
                  </a:lnTo>
                  <a:lnTo>
                    <a:pt x="547194" y="160682"/>
                  </a:lnTo>
                  <a:lnTo>
                    <a:pt x="562389" y="160682"/>
                  </a:lnTo>
                  <a:lnTo>
                    <a:pt x="547194" y="241023"/>
                  </a:lnTo>
                  <a:lnTo>
                    <a:pt x="562389" y="241023"/>
                  </a:lnTo>
                  <a:cubicBezTo>
                    <a:pt x="554150" y="277847"/>
                    <a:pt x="543847" y="318017"/>
                    <a:pt x="543847" y="318017"/>
                  </a:cubicBezTo>
                  <a:lnTo>
                    <a:pt x="559999" y="318017"/>
                  </a:lnTo>
                  <a:cubicBezTo>
                    <a:pt x="546024" y="361535"/>
                    <a:pt x="513718" y="398358"/>
                    <a:pt x="513718" y="398358"/>
                  </a:cubicBezTo>
                  <a:lnTo>
                    <a:pt x="533804" y="401706"/>
                  </a:lnTo>
                  <a:cubicBezTo>
                    <a:pt x="510371" y="441877"/>
                    <a:pt x="463505" y="472005"/>
                    <a:pt x="463505" y="472005"/>
                  </a:cubicBezTo>
                  <a:lnTo>
                    <a:pt x="480243" y="479815"/>
                  </a:lnTo>
                  <a:cubicBezTo>
                    <a:pt x="446767" y="511057"/>
                    <a:pt x="383164" y="525566"/>
                    <a:pt x="383164" y="525566"/>
                  </a:cubicBezTo>
                  <a:lnTo>
                    <a:pt x="396554" y="537712"/>
                  </a:lnTo>
                  <a:cubicBezTo>
                    <a:pt x="353036" y="555694"/>
                    <a:pt x="281194" y="542303"/>
                    <a:pt x="281194" y="542303"/>
                  </a:cubicBezTo>
                  <a:lnTo>
                    <a:pt x="281194" y="562389"/>
                  </a:lnTo>
                  <a:cubicBezTo>
                    <a:pt x="281194" y="562389"/>
                    <a:pt x="222481" y="548998"/>
                    <a:pt x="178963" y="518870"/>
                  </a:cubicBezTo>
                  <a:lnTo>
                    <a:pt x="178963" y="543228"/>
                  </a:lnTo>
                  <a:cubicBezTo>
                    <a:pt x="142333" y="528926"/>
                    <a:pt x="110469" y="500589"/>
                    <a:pt x="93731" y="467114"/>
                  </a:cubicBezTo>
                  <a:cubicBezTo>
                    <a:pt x="59827" y="449948"/>
                    <a:pt x="33462" y="420055"/>
                    <a:pt x="19160" y="383425"/>
                  </a:cubicBezTo>
                  <a:lnTo>
                    <a:pt x="43518" y="383425"/>
                  </a:lnTo>
                  <a:cubicBezTo>
                    <a:pt x="13390" y="339907"/>
                    <a:pt x="0" y="281194"/>
                    <a:pt x="0" y="281194"/>
                  </a:cubicBezTo>
                  <a:lnTo>
                    <a:pt x="20085" y="281194"/>
                  </a:lnTo>
                  <a:cubicBezTo>
                    <a:pt x="20085" y="281194"/>
                    <a:pt x="6695" y="209352"/>
                    <a:pt x="24676" y="165834"/>
                  </a:cubicBezTo>
                  <a:lnTo>
                    <a:pt x="36823" y="179224"/>
                  </a:lnTo>
                  <a:cubicBezTo>
                    <a:pt x="36823" y="179224"/>
                    <a:pt x="51332" y="115621"/>
                    <a:pt x="82574" y="82145"/>
                  </a:cubicBezTo>
                  <a:lnTo>
                    <a:pt x="90383" y="98883"/>
                  </a:lnTo>
                  <a:cubicBezTo>
                    <a:pt x="90383" y="98883"/>
                    <a:pt x="120511" y="52017"/>
                    <a:pt x="160682" y="28584"/>
                  </a:cubicBezTo>
                  <a:lnTo>
                    <a:pt x="164030" y="48670"/>
                  </a:lnTo>
                  <a:cubicBezTo>
                    <a:pt x="164030" y="48670"/>
                    <a:pt x="200853" y="16364"/>
                    <a:pt x="244371" y="2389"/>
                  </a:cubicBezTo>
                  <a:lnTo>
                    <a:pt x="244371" y="18542"/>
                  </a:lnTo>
                  <a:cubicBezTo>
                    <a:pt x="244371" y="18542"/>
                    <a:pt x="284542" y="8238"/>
                    <a:pt x="321365" y="0"/>
                  </a:cubicBezTo>
                  <a:lnTo>
                    <a:pt x="321365" y="15194"/>
                  </a:lnTo>
                  <a:lnTo>
                    <a:pt x="401706" y="0"/>
                  </a:lnTo>
                  <a:lnTo>
                    <a:pt x="401706" y="15194"/>
                  </a:lnTo>
                  <a:lnTo>
                    <a:pt x="482047" y="0"/>
                  </a:lnTo>
                  <a:lnTo>
                    <a:pt x="482047" y="15194"/>
                  </a:lnTo>
                  <a:close/>
                </a:path>
              </a:pathLst>
            </a:custGeom>
            <a:noFill/>
            <a:ln w="10044">
              <a:solidFill>
                <a:srgbClr val="CD6AF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277678" y="2123716"/>
            <a:ext cx="763242" cy="1332712"/>
            <a:chOff x="5277678" y="2123716"/>
            <a:chExt cx="763242" cy="1332712"/>
          </a:xfrm>
        </p:grpSpPr>
        <p:sp>
          <p:nvSpPr>
            <p:cNvPr id="5" name="Rounded Rectangle 4"/>
            <p:cNvSpPr/>
            <p:nvPr/>
          </p:nvSpPr>
          <p:spPr>
            <a:xfrm>
              <a:off x="5723010" y="2567673"/>
              <a:ext cx="317910" cy="888755"/>
            </a:xfrm>
            <a:custGeom>
              <a:avLst/>
              <a:gdLst/>
              <a:ahLst/>
              <a:cxnLst/>
              <a:rect l="0" t="0" r="0" b="0"/>
              <a:pathLst>
                <a:path w="317910" h="888755">
                  <a:moveTo>
                    <a:pt x="317910" y="588861"/>
                  </a:moveTo>
                  <a:lnTo>
                    <a:pt x="317910" y="691981"/>
                  </a:lnTo>
                  <a:cubicBezTo>
                    <a:pt x="266448" y="744511"/>
                    <a:pt x="237569" y="815141"/>
                    <a:pt x="237569" y="888755"/>
                  </a:cubicBezTo>
                  <a:lnTo>
                    <a:pt x="237569" y="588861"/>
                  </a:lnTo>
                  <a:moveTo>
                    <a:pt x="317910" y="588857"/>
                  </a:moveTo>
                  <a:lnTo>
                    <a:pt x="317910" y="401427"/>
                  </a:lnTo>
                  <a:moveTo>
                    <a:pt x="237569" y="401427"/>
                  </a:moveTo>
                  <a:lnTo>
                    <a:pt x="237569" y="588857"/>
                  </a:lnTo>
                  <a:moveTo>
                    <a:pt x="237569" y="401428"/>
                  </a:moveTo>
                  <a:lnTo>
                    <a:pt x="237569" y="378937"/>
                  </a:lnTo>
                  <a:cubicBezTo>
                    <a:pt x="237569" y="325667"/>
                    <a:pt x="216406" y="274575"/>
                    <a:pt x="178738" y="236908"/>
                  </a:cubicBezTo>
                  <a:lnTo>
                    <a:pt x="0" y="56803"/>
                  </a:lnTo>
                  <a:cubicBezTo>
                    <a:pt x="11997" y="44571"/>
                    <a:pt x="14423" y="31830"/>
                    <a:pt x="23325" y="23155"/>
                  </a:cubicBezTo>
                  <a:cubicBezTo>
                    <a:pt x="33096" y="13633"/>
                    <a:pt x="49099" y="9958"/>
                    <a:pt x="56803" y="0"/>
                  </a:cubicBezTo>
                  <a:lnTo>
                    <a:pt x="235549" y="180097"/>
                  </a:lnTo>
                  <a:cubicBezTo>
                    <a:pt x="288283" y="232831"/>
                    <a:pt x="317910" y="304359"/>
                    <a:pt x="317910" y="378937"/>
                  </a:cubicBezTo>
                  <a:lnTo>
                    <a:pt x="317910" y="401428"/>
                  </a:lnTo>
                </a:path>
              </a:pathLst>
            </a:custGeom>
            <a:noFill/>
            <a:ln w="10044">
              <a:solidFill>
                <a:srgbClr val="F669B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277678" y="2123716"/>
              <a:ext cx="562389" cy="562389"/>
            </a:xfrm>
            <a:custGeom>
              <a:avLst/>
              <a:gdLst/>
              <a:ahLst/>
              <a:cxnLst/>
              <a:rect l="0" t="0" r="0" b="0"/>
              <a:pathLst>
                <a:path w="562389" h="562389">
                  <a:moveTo>
                    <a:pt x="0" y="0"/>
                  </a:moveTo>
                  <a:lnTo>
                    <a:pt x="80341" y="15194"/>
                  </a:lnTo>
                  <a:lnTo>
                    <a:pt x="80341" y="0"/>
                  </a:lnTo>
                  <a:lnTo>
                    <a:pt x="160682" y="15194"/>
                  </a:lnTo>
                  <a:lnTo>
                    <a:pt x="160682" y="0"/>
                  </a:lnTo>
                  <a:lnTo>
                    <a:pt x="241023" y="15194"/>
                  </a:lnTo>
                  <a:lnTo>
                    <a:pt x="241023" y="0"/>
                  </a:lnTo>
                  <a:cubicBezTo>
                    <a:pt x="277847" y="8238"/>
                    <a:pt x="318017" y="18542"/>
                    <a:pt x="318017" y="18542"/>
                  </a:cubicBezTo>
                  <a:lnTo>
                    <a:pt x="318017" y="2389"/>
                  </a:lnTo>
                  <a:cubicBezTo>
                    <a:pt x="361535" y="16364"/>
                    <a:pt x="398358" y="48670"/>
                    <a:pt x="398358" y="48670"/>
                  </a:cubicBezTo>
                  <a:lnTo>
                    <a:pt x="401706" y="28584"/>
                  </a:lnTo>
                  <a:cubicBezTo>
                    <a:pt x="441877" y="52017"/>
                    <a:pt x="472005" y="98883"/>
                    <a:pt x="472005" y="98883"/>
                  </a:cubicBezTo>
                  <a:lnTo>
                    <a:pt x="479814" y="82145"/>
                  </a:lnTo>
                  <a:cubicBezTo>
                    <a:pt x="511057" y="115621"/>
                    <a:pt x="525566" y="179224"/>
                    <a:pt x="525566" y="179224"/>
                  </a:cubicBezTo>
                  <a:lnTo>
                    <a:pt x="537712" y="165834"/>
                  </a:lnTo>
                  <a:cubicBezTo>
                    <a:pt x="555694" y="209352"/>
                    <a:pt x="542303" y="281194"/>
                    <a:pt x="542303" y="281194"/>
                  </a:cubicBezTo>
                  <a:lnTo>
                    <a:pt x="562389" y="281194"/>
                  </a:lnTo>
                  <a:cubicBezTo>
                    <a:pt x="562389" y="281194"/>
                    <a:pt x="548998" y="339907"/>
                    <a:pt x="518870" y="383425"/>
                  </a:cubicBezTo>
                  <a:lnTo>
                    <a:pt x="543228" y="383425"/>
                  </a:lnTo>
                  <a:cubicBezTo>
                    <a:pt x="528926" y="420055"/>
                    <a:pt x="502561" y="449948"/>
                    <a:pt x="468657" y="467114"/>
                  </a:cubicBezTo>
                  <a:cubicBezTo>
                    <a:pt x="451919" y="500589"/>
                    <a:pt x="420055" y="528926"/>
                    <a:pt x="383425" y="543228"/>
                  </a:cubicBezTo>
                  <a:lnTo>
                    <a:pt x="383425" y="518870"/>
                  </a:lnTo>
                  <a:cubicBezTo>
                    <a:pt x="339907" y="548998"/>
                    <a:pt x="281194" y="562389"/>
                    <a:pt x="281194" y="562389"/>
                  </a:cubicBezTo>
                  <a:lnTo>
                    <a:pt x="281194" y="542303"/>
                  </a:lnTo>
                  <a:cubicBezTo>
                    <a:pt x="281194" y="542303"/>
                    <a:pt x="209352" y="555694"/>
                    <a:pt x="165834" y="537712"/>
                  </a:cubicBezTo>
                  <a:lnTo>
                    <a:pt x="179224" y="525566"/>
                  </a:lnTo>
                  <a:cubicBezTo>
                    <a:pt x="179224" y="525566"/>
                    <a:pt x="115621" y="511057"/>
                    <a:pt x="82145" y="479815"/>
                  </a:cubicBezTo>
                  <a:lnTo>
                    <a:pt x="98883" y="472005"/>
                  </a:lnTo>
                  <a:cubicBezTo>
                    <a:pt x="98883" y="472005"/>
                    <a:pt x="52017" y="441877"/>
                    <a:pt x="28584" y="401706"/>
                  </a:cubicBezTo>
                  <a:lnTo>
                    <a:pt x="48670" y="398358"/>
                  </a:lnTo>
                  <a:cubicBezTo>
                    <a:pt x="48670" y="398358"/>
                    <a:pt x="16364" y="361535"/>
                    <a:pt x="2389" y="318017"/>
                  </a:cubicBezTo>
                  <a:lnTo>
                    <a:pt x="18542" y="318017"/>
                  </a:lnTo>
                  <a:cubicBezTo>
                    <a:pt x="18542" y="318017"/>
                    <a:pt x="8238" y="277847"/>
                    <a:pt x="0" y="241023"/>
                  </a:cubicBezTo>
                  <a:lnTo>
                    <a:pt x="15194" y="241023"/>
                  </a:lnTo>
                  <a:lnTo>
                    <a:pt x="0" y="160682"/>
                  </a:lnTo>
                  <a:lnTo>
                    <a:pt x="15194" y="160682"/>
                  </a:lnTo>
                  <a:lnTo>
                    <a:pt x="0" y="80341"/>
                  </a:lnTo>
                  <a:lnTo>
                    <a:pt x="15194" y="8034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0044">
              <a:solidFill>
                <a:srgbClr val="F669B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960580" y="2632513"/>
            <a:ext cx="763242" cy="1198810"/>
            <a:chOff x="5960580" y="2632513"/>
            <a:chExt cx="763242" cy="1198810"/>
          </a:xfrm>
        </p:grpSpPr>
        <p:sp>
          <p:nvSpPr>
            <p:cNvPr id="8" name="Rounded Rectangle 7"/>
            <p:cNvSpPr/>
            <p:nvPr/>
          </p:nvSpPr>
          <p:spPr>
            <a:xfrm>
              <a:off x="5960580" y="3076472"/>
              <a:ext cx="317910" cy="754851"/>
            </a:xfrm>
            <a:custGeom>
              <a:avLst/>
              <a:gdLst/>
              <a:ahLst/>
              <a:cxnLst/>
              <a:rect l="0" t="0" r="0" b="0"/>
              <a:pathLst>
                <a:path w="317910" h="754851">
                  <a:moveTo>
                    <a:pt x="0" y="454957"/>
                  </a:moveTo>
                  <a:lnTo>
                    <a:pt x="0" y="558077"/>
                  </a:lnTo>
                  <a:cubicBezTo>
                    <a:pt x="51461" y="610607"/>
                    <a:pt x="80341" y="681237"/>
                    <a:pt x="80341" y="754851"/>
                  </a:cubicBezTo>
                  <a:lnTo>
                    <a:pt x="80341" y="454957"/>
                  </a:lnTo>
                  <a:moveTo>
                    <a:pt x="0" y="454958"/>
                  </a:moveTo>
                  <a:lnTo>
                    <a:pt x="0" y="401430"/>
                  </a:lnTo>
                  <a:moveTo>
                    <a:pt x="80341" y="401430"/>
                  </a:moveTo>
                  <a:lnTo>
                    <a:pt x="80341" y="454958"/>
                  </a:lnTo>
                  <a:moveTo>
                    <a:pt x="80341" y="401428"/>
                  </a:moveTo>
                  <a:lnTo>
                    <a:pt x="80341" y="378937"/>
                  </a:lnTo>
                  <a:cubicBezTo>
                    <a:pt x="80341" y="325667"/>
                    <a:pt x="101504" y="274575"/>
                    <a:pt x="139171" y="236908"/>
                  </a:cubicBezTo>
                  <a:lnTo>
                    <a:pt x="317910" y="56803"/>
                  </a:lnTo>
                  <a:cubicBezTo>
                    <a:pt x="305913" y="44571"/>
                    <a:pt x="303487" y="31830"/>
                    <a:pt x="294584" y="23155"/>
                  </a:cubicBezTo>
                  <a:cubicBezTo>
                    <a:pt x="284813" y="13633"/>
                    <a:pt x="268811" y="9959"/>
                    <a:pt x="261106" y="0"/>
                  </a:cubicBezTo>
                  <a:lnTo>
                    <a:pt x="82361" y="180097"/>
                  </a:lnTo>
                  <a:cubicBezTo>
                    <a:pt x="29627" y="232831"/>
                    <a:pt x="0" y="304359"/>
                    <a:pt x="0" y="378937"/>
                  </a:cubicBezTo>
                  <a:lnTo>
                    <a:pt x="0" y="401428"/>
                  </a:lnTo>
                </a:path>
              </a:pathLst>
            </a:custGeom>
            <a:noFill/>
            <a:ln w="10044">
              <a:solidFill>
                <a:srgbClr val="FD6A6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61433" y="2632513"/>
              <a:ext cx="562389" cy="562389"/>
            </a:xfrm>
            <a:custGeom>
              <a:avLst/>
              <a:gdLst/>
              <a:ahLst/>
              <a:cxnLst/>
              <a:rect l="0" t="0" r="0" b="0"/>
              <a:pathLst>
                <a:path w="562389" h="562389">
                  <a:moveTo>
                    <a:pt x="482047" y="15194"/>
                  </a:moveTo>
                  <a:lnTo>
                    <a:pt x="562389" y="0"/>
                  </a:lnTo>
                  <a:lnTo>
                    <a:pt x="547194" y="80341"/>
                  </a:lnTo>
                  <a:lnTo>
                    <a:pt x="562389" y="80341"/>
                  </a:lnTo>
                  <a:lnTo>
                    <a:pt x="547194" y="160682"/>
                  </a:lnTo>
                  <a:lnTo>
                    <a:pt x="562389" y="160682"/>
                  </a:lnTo>
                  <a:lnTo>
                    <a:pt x="547194" y="241023"/>
                  </a:lnTo>
                  <a:lnTo>
                    <a:pt x="562389" y="241023"/>
                  </a:lnTo>
                  <a:cubicBezTo>
                    <a:pt x="554150" y="277847"/>
                    <a:pt x="543847" y="318017"/>
                    <a:pt x="543847" y="318017"/>
                  </a:cubicBezTo>
                  <a:lnTo>
                    <a:pt x="559999" y="318017"/>
                  </a:lnTo>
                  <a:cubicBezTo>
                    <a:pt x="546024" y="361535"/>
                    <a:pt x="513718" y="398358"/>
                    <a:pt x="513718" y="398358"/>
                  </a:cubicBezTo>
                  <a:lnTo>
                    <a:pt x="533804" y="401706"/>
                  </a:lnTo>
                  <a:cubicBezTo>
                    <a:pt x="510371" y="441877"/>
                    <a:pt x="463505" y="472005"/>
                    <a:pt x="463505" y="472005"/>
                  </a:cubicBezTo>
                  <a:lnTo>
                    <a:pt x="480243" y="479815"/>
                  </a:lnTo>
                  <a:cubicBezTo>
                    <a:pt x="446767" y="511057"/>
                    <a:pt x="383164" y="525566"/>
                    <a:pt x="383164" y="525566"/>
                  </a:cubicBezTo>
                  <a:lnTo>
                    <a:pt x="396554" y="537712"/>
                  </a:lnTo>
                  <a:cubicBezTo>
                    <a:pt x="353036" y="555694"/>
                    <a:pt x="281194" y="542303"/>
                    <a:pt x="281194" y="542303"/>
                  </a:cubicBezTo>
                  <a:lnTo>
                    <a:pt x="281194" y="562389"/>
                  </a:lnTo>
                  <a:cubicBezTo>
                    <a:pt x="281194" y="562389"/>
                    <a:pt x="222481" y="548998"/>
                    <a:pt x="178963" y="518870"/>
                  </a:cubicBezTo>
                  <a:lnTo>
                    <a:pt x="178963" y="543228"/>
                  </a:lnTo>
                  <a:cubicBezTo>
                    <a:pt x="142333" y="528926"/>
                    <a:pt x="110469" y="500589"/>
                    <a:pt x="93731" y="467114"/>
                  </a:cubicBezTo>
                  <a:cubicBezTo>
                    <a:pt x="59827" y="449948"/>
                    <a:pt x="33462" y="420055"/>
                    <a:pt x="19160" y="383425"/>
                  </a:cubicBezTo>
                  <a:lnTo>
                    <a:pt x="43518" y="383425"/>
                  </a:lnTo>
                  <a:cubicBezTo>
                    <a:pt x="13390" y="339907"/>
                    <a:pt x="0" y="281194"/>
                    <a:pt x="0" y="281194"/>
                  </a:cubicBezTo>
                  <a:lnTo>
                    <a:pt x="20085" y="281194"/>
                  </a:lnTo>
                  <a:cubicBezTo>
                    <a:pt x="20085" y="281194"/>
                    <a:pt x="6695" y="209352"/>
                    <a:pt x="24676" y="165834"/>
                  </a:cubicBezTo>
                  <a:lnTo>
                    <a:pt x="36823" y="179224"/>
                  </a:lnTo>
                  <a:cubicBezTo>
                    <a:pt x="36823" y="179224"/>
                    <a:pt x="51332" y="115621"/>
                    <a:pt x="82574" y="82145"/>
                  </a:cubicBezTo>
                  <a:lnTo>
                    <a:pt x="90383" y="98883"/>
                  </a:lnTo>
                  <a:cubicBezTo>
                    <a:pt x="90383" y="98883"/>
                    <a:pt x="120511" y="52017"/>
                    <a:pt x="160682" y="28584"/>
                  </a:cubicBezTo>
                  <a:lnTo>
                    <a:pt x="164030" y="48670"/>
                  </a:lnTo>
                  <a:cubicBezTo>
                    <a:pt x="164030" y="48670"/>
                    <a:pt x="200853" y="16364"/>
                    <a:pt x="244371" y="2389"/>
                  </a:cubicBezTo>
                  <a:lnTo>
                    <a:pt x="244371" y="18542"/>
                  </a:lnTo>
                  <a:cubicBezTo>
                    <a:pt x="244371" y="18542"/>
                    <a:pt x="284542" y="8238"/>
                    <a:pt x="321365" y="0"/>
                  </a:cubicBezTo>
                  <a:lnTo>
                    <a:pt x="321365" y="15194"/>
                  </a:lnTo>
                  <a:lnTo>
                    <a:pt x="401706" y="0"/>
                  </a:lnTo>
                  <a:lnTo>
                    <a:pt x="401706" y="15194"/>
                  </a:lnTo>
                  <a:lnTo>
                    <a:pt x="482047" y="0"/>
                  </a:lnTo>
                  <a:lnTo>
                    <a:pt x="482047" y="15194"/>
                  </a:lnTo>
                  <a:close/>
                </a:path>
              </a:pathLst>
            </a:custGeom>
            <a:noFill/>
            <a:ln w="10044">
              <a:solidFill>
                <a:srgbClr val="FD6A6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277678" y="3007430"/>
            <a:ext cx="763242" cy="1198809"/>
            <a:chOff x="5277678" y="3007430"/>
            <a:chExt cx="763242" cy="1198809"/>
          </a:xfrm>
        </p:grpSpPr>
        <p:sp>
          <p:nvSpPr>
            <p:cNvPr id="11" name="Rounded Rectangle 10"/>
            <p:cNvSpPr/>
            <p:nvPr/>
          </p:nvSpPr>
          <p:spPr>
            <a:xfrm>
              <a:off x="5723010" y="3451386"/>
              <a:ext cx="317910" cy="754853"/>
            </a:xfrm>
            <a:custGeom>
              <a:avLst/>
              <a:gdLst/>
              <a:ahLst/>
              <a:cxnLst/>
              <a:rect l="0" t="0" r="0" b="0"/>
              <a:pathLst>
                <a:path w="317910" h="754853">
                  <a:moveTo>
                    <a:pt x="317910" y="454959"/>
                  </a:moveTo>
                  <a:lnTo>
                    <a:pt x="317910" y="558079"/>
                  </a:lnTo>
                  <a:cubicBezTo>
                    <a:pt x="266448" y="610609"/>
                    <a:pt x="237569" y="681239"/>
                    <a:pt x="237569" y="754853"/>
                  </a:cubicBezTo>
                  <a:lnTo>
                    <a:pt x="237569" y="454959"/>
                  </a:lnTo>
                  <a:moveTo>
                    <a:pt x="317910" y="454960"/>
                  </a:moveTo>
                  <a:lnTo>
                    <a:pt x="317910" y="401432"/>
                  </a:lnTo>
                  <a:moveTo>
                    <a:pt x="237569" y="401432"/>
                  </a:moveTo>
                  <a:lnTo>
                    <a:pt x="237569" y="454960"/>
                  </a:lnTo>
                  <a:moveTo>
                    <a:pt x="237569" y="401428"/>
                  </a:moveTo>
                  <a:lnTo>
                    <a:pt x="237569" y="378937"/>
                  </a:lnTo>
                  <a:cubicBezTo>
                    <a:pt x="237569" y="325667"/>
                    <a:pt x="216406" y="274575"/>
                    <a:pt x="178738" y="236908"/>
                  </a:cubicBezTo>
                  <a:lnTo>
                    <a:pt x="0" y="56803"/>
                  </a:lnTo>
                  <a:cubicBezTo>
                    <a:pt x="11997" y="44571"/>
                    <a:pt x="14423" y="31830"/>
                    <a:pt x="23325" y="23155"/>
                  </a:cubicBezTo>
                  <a:cubicBezTo>
                    <a:pt x="33096" y="13633"/>
                    <a:pt x="49099" y="9958"/>
                    <a:pt x="56803" y="0"/>
                  </a:cubicBezTo>
                  <a:lnTo>
                    <a:pt x="235549" y="180097"/>
                  </a:lnTo>
                  <a:cubicBezTo>
                    <a:pt x="288283" y="232831"/>
                    <a:pt x="317910" y="304359"/>
                    <a:pt x="317910" y="378937"/>
                  </a:cubicBezTo>
                  <a:lnTo>
                    <a:pt x="317910" y="401428"/>
                  </a:lnTo>
                </a:path>
              </a:pathLst>
            </a:custGeom>
            <a:noFill/>
            <a:ln w="10044">
              <a:solidFill>
                <a:srgbClr val="F995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277678" y="3007430"/>
              <a:ext cx="562389" cy="562389"/>
            </a:xfrm>
            <a:custGeom>
              <a:avLst/>
              <a:gdLst/>
              <a:ahLst/>
              <a:cxnLst/>
              <a:rect l="0" t="0" r="0" b="0"/>
              <a:pathLst>
                <a:path w="562389" h="562389">
                  <a:moveTo>
                    <a:pt x="0" y="0"/>
                  </a:moveTo>
                  <a:lnTo>
                    <a:pt x="80341" y="15194"/>
                  </a:lnTo>
                  <a:lnTo>
                    <a:pt x="80341" y="0"/>
                  </a:lnTo>
                  <a:lnTo>
                    <a:pt x="160682" y="15194"/>
                  </a:lnTo>
                  <a:lnTo>
                    <a:pt x="160682" y="0"/>
                  </a:lnTo>
                  <a:lnTo>
                    <a:pt x="241023" y="15194"/>
                  </a:lnTo>
                  <a:lnTo>
                    <a:pt x="241023" y="0"/>
                  </a:lnTo>
                  <a:cubicBezTo>
                    <a:pt x="277847" y="8238"/>
                    <a:pt x="318017" y="18542"/>
                    <a:pt x="318017" y="18542"/>
                  </a:cubicBezTo>
                  <a:lnTo>
                    <a:pt x="318017" y="2389"/>
                  </a:lnTo>
                  <a:cubicBezTo>
                    <a:pt x="361535" y="16364"/>
                    <a:pt x="398358" y="48670"/>
                    <a:pt x="398358" y="48670"/>
                  </a:cubicBezTo>
                  <a:lnTo>
                    <a:pt x="401706" y="28584"/>
                  </a:lnTo>
                  <a:cubicBezTo>
                    <a:pt x="441877" y="52017"/>
                    <a:pt x="472005" y="98883"/>
                    <a:pt x="472005" y="98883"/>
                  </a:cubicBezTo>
                  <a:lnTo>
                    <a:pt x="479814" y="82145"/>
                  </a:lnTo>
                  <a:cubicBezTo>
                    <a:pt x="511057" y="115621"/>
                    <a:pt x="525566" y="179224"/>
                    <a:pt x="525566" y="179224"/>
                  </a:cubicBezTo>
                  <a:lnTo>
                    <a:pt x="537712" y="165834"/>
                  </a:lnTo>
                  <a:cubicBezTo>
                    <a:pt x="555694" y="209352"/>
                    <a:pt x="542303" y="281194"/>
                    <a:pt x="542303" y="281194"/>
                  </a:cubicBezTo>
                  <a:lnTo>
                    <a:pt x="562389" y="281194"/>
                  </a:lnTo>
                  <a:cubicBezTo>
                    <a:pt x="562389" y="281194"/>
                    <a:pt x="548998" y="339907"/>
                    <a:pt x="518870" y="383425"/>
                  </a:cubicBezTo>
                  <a:lnTo>
                    <a:pt x="543228" y="383425"/>
                  </a:lnTo>
                  <a:cubicBezTo>
                    <a:pt x="528926" y="420055"/>
                    <a:pt x="502561" y="449948"/>
                    <a:pt x="468657" y="467114"/>
                  </a:cubicBezTo>
                  <a:cubicBezTo>
                    <a:pt x="451919" y="500589"/>
                    <a:pt x="420055" y="528926"/>
                    <a:pt x="383425" y="543228"/>
                  </a:cubicBezTo>
                  <a:lnTo>
                    <a:pt x="383425" y="518870"/>
                  </a:lnTo>
                  <a:cubicBezTo>
                    <a:pt x="339907" y="548998"/>
                    <a:pt x="281194" y="562389"/>
                    <a:pt x="281194" y="562389"/>
                  </a:cubicBezTo>
                  <a:lnTo>
                    <a:pt x="281194" y="542303"/>
                  </a:lnTo>
                  <a:cubicBezTo>
                    <a:pt x="281194" y="542303"/>
                    <a:pt x="209352" y="555694"/>
                    <a:pt x="165834" y="537712"/>
                  </a:cubicBezTo>
                  <a:lnTo>
                    <a:pt x="179224" y="525566"/>
                  </a:lnTo>
                  <a:cubicBezTo>
                    <a:pt x="179224" y="525566"/>
                    <a:pt x="115621" y="511057"/>
                    <a:pt x="82145" y="479815"/>
                  </a:cubicBezTo>
                  <a:lnTo>
                    <a:pt x="98883" y="472005"/>
                  </a:lnTo>
                  <a:cubicBezTo>
                    <a:pt x="98883" y="472005"/>
                    <a:pt x="52017" y="441877"/>
                    <a:pt x="28584" y="401706"/>
                  </a:cubicBezTo>
                  <a:lnTo>
                    <a:pt x="48670" y="398358"/>
                  </a:lnTo>
                  <a:cubicBezTo>
                    <a:pt x="48670" y="398358"/>
                    <a:pt x="16364" y="361535"/>
                    <a:pt x="2389" y="318017"/>
                  </a:cubicBezTo>
                  <a:lnTo>
                    <a:pt x="18542" y="318017"/>
                  </a:lnTo>
                  <a:cubicBezTo>
                    <a:pt x="18542" y="318017"/>
                    <a:pt x="8238" y="277847"/>
                    <a:pt x="0" y="241023"/>
                  </a:cubicBezTo>
                  <a:lnTo>
                    <a:pt x="15194" y="241023"/>
                  </a:lnTo>
                  <a:lnTo>
                    <a:pt x="0" y="160682"/>
                  </a:lnTo>
                  <a:lnTo>
                    <a:pt x="15194" y="160682"/>
                  </a:lnTo>
                  <a:lnTo>
                    <a:pt x="0" y="80341"/>
                  </a:lnTo>
                  <a:lnTo>
                    <a:pt x="15194" y="8034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0044">
              <a:solidFill>
                <a:srgbClr val="F9953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5960580" y="3382323"/>
            <a:ext cx="763242" cy="1193498"/>
          </a:xfrm>
          <a:custGeom>
            <a:avLst/>
            <a:gdLst/>
            <a:ahLst/>
            <a:cxnLst/>
            <a:rect l="0" t="0" r="0" b="0"/>
            <a:pathLst>
              <a:path w="763242" h="1193498">
                <a:moveTo>
                  <a:pt x="0" y="1193498"/>
                </a:moveTo>
                <a:lnTo>
                  <a:pt x="0" y="845386"/>
                </a:lnTo>
                <a:moveTo>
                  <a:pt x="80341" y="845386"/>
                </a:moveTo>
                <a:lnTo>
                  <a:pt x="80341" y="1193498"/>
                </a:lnTo>
                <a:moveTo>
                  <a:pt x="80341" y="845387"/>
                </a:moveTo>
                <a:lnTo>
                  <a:pt x="80341" y="822895"/>
                </a:lnTo>
                <a:cubicBezTo>
                  <a:pt x="80341" y="769625"/>
                  <a:pt x="101504" y="718534"/>
                  <a:pt x="139171" y="680866"/>
                </a:cubicBezTo>
                <a:lnTo>
                  <a:pt x="317910" y="500762"/>
                </a:lnTo>
                <a:cubicBezTo>
                  <a:pt x="305913" y="488529"/>
                  <a:pt x="303487" y="475788"/>
                  <a:pt x="294584" y="467113"/>
                </a:cubicBezTo>
                <a:cubicBezTo>
                  <a:pt x="284813" y="457591"/>
                  <a:pt x="268811" y="453917"/>
                  <a:pt x="261106" y="443958"/>
                </a:cubicBezTo>
                <a:lnTo>
                  <a:pt x="82361" y="624056"/>
                </a:lnTo>
                <a:cubicBezTo>
                  <a:pt x="29627" y="676790"/>
                  <a:pt x="0" y="748318"/>
                  <a:pt x="0" y="822895"/>
                </a:cubicBezTo>
                <a:lnTo>
                  <a:pt x="0" y="845387"/>
                </a:lnTo>
                <a:moveTo>
                  <a:pt x="682901" y="15194"/>
                </a:moveTo>
                <a:lnTo>
                  <a:pt x="763242" y="0"/>
                </a:lnTo>
                <a:lnTo>
                  <a:pt x="748047" y="80341"/>
                </a:lnTo>
                <a:lnTo>
                  <a:pt x="763242" y="80341"/>
                </a:lnTo>
                <a:lnTo>
                  <a:pt x="748047" y="160682"/>
                </a:lnTo>
                <a:lnTo>
                  <a:pt x="763242" y="160682"/>
                </a:lnTo>
                <a:lnTo>
                  <a:pt x="748047" y="241023"/>
                </a:lnTo>
                <a:lnTo>
                  <a:pt x="763242" y="241023"/>
                </a:lnTo>
                <a:cubicBezTo>
                  <a:pt x="755003" y="277847"/>
                  <a:pt x="744700" y="318017"/>
                  <a:pt x="744700" y="318017"/>
                </a:cubicBezTo>
                <a:lnTo>
                  <a:pt x="760852" y="318017"/>
                </a:lnTo>
                <a:cubicBezTo>
                  <a:pt x="746878" y="361535"/>
                  <a:pt x="714572" y="398358"/>
                  <a:pt x="714572" y="398358"/>
                </a:cubicBezTo>
                <a:lnTo>
                  <a:pt x="734657" y="401706"/>
                </a:lnTo>
                <a:cubicBezTo>
                  <a:pt x="711224" y="441877"/>
                  <a:pt x="664358" y="472005"/>
                  <a:pt x="664358" y="472005"/>
                </a:cubicBezTo>
                <a:lnTo>
                  <a:pt x="681096" y="479815"/>
                </a:lnTo>
                <a:cubicBezTo>
                  <a:pt x="647621" y="511057"/>
                  <a:pt x="584017" y="525566"/>
                  <a:pt x="584017" y="525566"/>
                </a:cubicBezTo>
                <a:lnTo>
                  <a:pt x="597407" y="537712"/>
                </a:lnTo>
                <a:cubicBezTo>
                  <a:pt x="553889" y="555694"/>
                  <a:pt x="482047" y="542303"/>
                  <a:pt x="482047" y="542303"/>
                </a:cubicBezTo>
                <a:lnTo>
                  <a:pt x="482047" y="562389"/>
                </a:lnTo>
                <a:cubicBezTo>
                  <a:pt x="482047" y="562389"/>
                  <a:pt x="423335" y="548998"/>
                  <a:pt x="379816" y="518870"/>
                </a:cubicBezTo>
                <a:lnTo>
                  <a:pt x="379816" y="543228"/>
                </a:lnTo>
                <a:cubicBezTo>
                  <a:pt x="343187" y="528926"/>
                  <a:pt x="311322" y="500589"/>
                  <a:pt x="294584" y="467114"/>
                </a:cubicBezTo>
                <a:cubicBezTo>
                  <a:pt x="260680" y="449948"/>
                  <a:pt x="234315" y="420055"/>
                  <a:pt x="220013" y="383425"/>
                </a:cubicBezTo>
                <a:lnTo>
                  <a:pt x="244371" y="383425"/>
                </a:lnTo>
                <a:cubicBezTo>
                  <a:pt x="214243" y="339907"/>
                  <a:pt x="200853" y="281194"/>
                  <a:pt x="200853" y="281194"/>
                </a:cubicBezTo>
                <a:lnTo>
                  <a:pt x="220938" y="281194"/>
                </a:lnTo>
                <a:cubicBezTo>
                  <a:pt x="220938" y="281194"/>
                  <a:pt x="207548" y="209352"/>
                  <a:pt x="225529" y="165834"/>
                </a:cubicBezTo>
                <a:lnTo>
                  <a:pt x="237676" y="179224"/>
                </a:lnTo>
                <a:cubicBezTo>
                  <a:pt x="237676" y="179224"/>
                  <a:pt x="252185" y="115621"/>
                  <a:pt x="283427" y="82145"/>
                </a:cubicBezTo>
                <a:lnTo>
                  <a:pt x="291237" y="98883"/>
                </a:lnTo>
                <a:cubicBezTo>
                  <a:pt x="291237" y="98883"/>
                  <a:pt x="321365" y="52017"/>
                  <a:pt x="361535" y="28584"/>
                </a:cubicBezTo>
                <a:lnTo>
                  <a:pt x="364883" y="48670"/>
                </a:lnTo>
                <a:cubicBezTo>
                  <a:pt x="364883" y="48670"/>
                  <a:pt x="401706" y="16364"/>
                  <a:pt x="445224" y="2389"/>
                </a:cubicBezTo>
                <a:lnTo>
                  <a:pt x="445224" y="18542"/>
                </a:lnTo>
                <a:cubicBezTo>
                  <a:pt x="445224" y="18542"/>
                  <a:pt x="485395" y="8238"/>
                  <a:pt x="522218" y="0"/>
                </a:cubicBezTo>
                <a:lnTo>
                  <a:pt x="522218" y="15194"/>
                </a:lnTo>
                <a:lnTo>
                  <a:pt x="602559" y="0"/>
                </a:lnTo>
                <a:lnTo>
                  <a:pt x="602559" y="15194"/>
                </a:lnTo>
                <a:lnTo>
                  <a:pt x="682901" y="0"/>
                </a:lnTo>
                <a:lnTo>
                  <a:pt x="682901" y="15194"/>
                </a:lnTo>
                <a:close/>
              </a:path>
            </a:pathLst>
          </a:custGeom>
          <a:noFill/>
          <a:ln w="10044">
            <a:solidFill>
              <a:srgbClr val="FFE6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8190" y="4441896"/>
            <a:ext cx="1205119" cy="133902"/>
          </a:xfrm>
          <a:custGeom>
            <a:avLst/>
            <a:gdLst/>
            <a:ahLst/>
            <a:cxnLst/>
            <a:rect l="0" t="0" r="0" b="0"/>
            <a:pathLst>
              <a:path w="1205119" h="133902">
                <a:moveTo>
                  <a:pt x="0" y="133902"/>
                </a:moveTo>
                <a:lnTo>
                  <a:pt x="109016" y="133902"/>
                </a:lnTo>
                <a:cubicBezTo>
                  <a:pt x="109016" y="133902"/>
                  <a:pt x="137449" y="123045"/>
                  <a:pt x="137449" y="97712"/>
                </a:cubicBezTo>
                <a:cubicBezTo>
                  <a:pt x="161144" y="115807"/>
                  <a:pt x="170622" y="133902"/>
                  <a:pt x="170622" y="133902"/>
                </a:cubicBezTo>
                <a:cubicBezTo>
                  <a:pt x="170622" y="133902"/>
                  <a:pt x="151666" y="39808"/>
                  <a:pt x="199055" y="0"/>
                </a:cubicBezTo>
                <a:cubicBezTo>
                  <a:pt x="189578" y="79617"/>
                  <a:pt x="236966" y="133902"/>
                  <a:pt x="236966" y="133902"/>
                </a:cubicBezTo>
                <a:cubicBezTo>
                  <a:pt x="236966" y="133902"/>
                  <a:pt x="236966" y="108569"/>
                  <a:pt x="255922" y="86855"/>
                </a:cubicBezTo>
                <a:cubicBezTo>
                  <a:pt x="265400" y="126664"/>
                  <a:pt x="284355" y="133902"/>
                  <a:pt x="284355" y="133902"/>
                </a:cubicBezTo>
                <a:lnTo>
                  <a:pt x="322267" y="133902"/>
                </a:lnTo>
                <a:cubicBezTo>
                  <a:pt x="322267" y="133902"/>
                  <a:pt x="360178" y="101331"/>
                  <a:pt x="350700" y="18094"/>
                </a:cubicBezTo>
                <a:cubicBezTo>
                  <a:pt x="388612" y="54284"/>
                  <a:pt x="379133" y="133902"/>
                  <a:pt x="379133" y="133902"/>
                </a:cubicBezTo>
                <a:cubicBezTo>
                  <a:pt x="379133" y="133902"/>
                  <a:pt x="379133" y="123045"/>
                  <a:pt x="407567" y="108569"/>
                </a:cubicBezTo>
                <a:cubicBezTo>
                  <a:pt x="407567" y="130283"/>
                  <a:pt x="436000" y="133902"/>
                  <a:pt x="436000" y="133902"/>
                </a:cubicBezTo>
                <a:lnTo>
                  <a:pt x="791700" y="133902"/>
                </a:lnTo>
                <a:cubicBezTo>
                  <a:pt x="791700" y="133902"/>
                  <a:pt x="805916" y="119426"/>
                  <a:pt x="796438" y="97712"/>
                </a:cubicBezTo>
                <a:cubicBezTo>
                  <a:pt x="829611" y="108569"/>
                  <a:pt x="829611" y="133902"/>
                  <a:pt x="829611" y="133902"/>
                </a:cubicBezTo>
                <a:cubicBezTo>
                  <a:pt x="829611" y="133902"/>
                  <a:pt x="853305" y="42523"/>
                  <a:pt x="881739" y="28047"/>
                </a:cubicBezTo>
                <a:cubicBezTo>
                  <a:pt x="867522" y="64236"/>
                  <a:pt x="881739" y="133902"/>
                  <a:pt x="881739" y="133902"/>
                </a:cubicBezTo>
                <a:lnTo>
                  <a:pt x="957561" y="133902"/>
                </a:lnTo>
                <a:cubicBezTo>
                  <a:pt x="957561" y="133902"/>
                  <a:pt x="990734" y="108569"/>
                  <a:pt x="976517" y="83236"/>
                </a:cubicBezTo>
                <a:cubicBezTo>
                  <a:pt x="1014428" y="97712"/>
                  <a:pt x="1000211" y="133902"/>
                  <a:pt x="1000211" y="133902"/>
                </a:cubicBezTo>
                <a:lnTo>
                  <a:pt x="1205119" y="133902"/>
                </a:lnTo>
              </a:path>
            </a:pathLst>
          </a:custGeom>
          <a:noFill/>
          <a:ln w="1004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619125" y="1943095"/>
            <a:ext cx="2226821" cy="380952"/>
            <a:chOff x="619125" y="1943095"/>
            <a:chExt cx="2226821" cy="380952"/>
          </a:xfrm>
        </p:grpSpPr>
        <p:sp>
          <p:nvSpPr>
            <p:cNvPr id="16" name="TextBox 15"/>
            <p:cNvSpPr txBox="1"/>
            <p:nvPr/>
          </p:nvSpPr>
          <p:spPr>
            <a:xfrm>
              <a:off x="619125" y="1943095"/>
              <a:ext cx="222682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AI-Assisted Analysis — Uses ML to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9125" y="2133595"/>
              <a:ext cx="2226821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identify complex market patterns</a:t>
              </a: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457200" y="2028825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4066" y="2031828"/>
            <a:ext cx="1467202" cy="133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Roboto"/>
              </a:rPr>
              <a:t>Market analysis is not accessible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0270" y="2165691"/>
            <a:ext cx="1077163" cy="1606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F669BE"/>
                </a:solidFill>
                <a:latin typeface="Roboto"/>
              </a:rPr>
              <a:t>Fragmented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88147" y="2235181"/>
            <a:ext cx="301259" cy="302094"/>
          </a:xfrm>
          <a:custGeom>
            <a:avLst/>
            <a:gdLst/>
            <a:ahLst/>
            <a:cxnLst/>
            <a:rect l="0" t="0" r="0" b="0"/>
            <a:pathLst>
              <a:path w="301259" h="302094">
                <a:moveTo>
                  <a:pt x="247698" y="103918"/>
                </a:moveTo>
                <a:cubicBezTo>
                  <a:pt x="266186" y="103918"/>
                  <a:pt x="281174" y="88931"/>
                  <a:pt x="281174" y="70442"/>
                </a:cubicBezTo>
                <a:cubicBezTo>
                  <a:pt x="281174" y="51954"/>
                  <a:pt x="266186" y="36967"/>
                  <a:pt x="247698" y="36967"/>
                </a:cubicBezTo>
                <a:cubicBezTo>
                  <a:pt x="229211" y="36967"/>
                  <a:pt x="214223" y="51954"/>
                  <a:pt x="214223" y="70442"/>
                </a:cubicBezTo>
                <a:cubicBezTo>
                  <a:pt x="214223" y="88931"/>
                  <a:pt x="229211" y="103918"/>
                  <a:pt x="247698" y="103918"/>
                </a:cubicBezTo>
                <a:close/>
                <a:moveTo>
                  <a:pt x="147272" y="302093"/>
                </a:moveTo>
                <a:cubicBezTo>
                  <a:pt x="144594" y="302093"/>
                  <a:pt x="141916" y="302093"/>
                  <a:pt x="139238" y="300754"/>
                </a:cubicBezTo>
                <a:cubicBezTo>
                  <a:pt x="127186" y="295398"/>
                  <a:pt x="121830" y="282008"/>
                  <a:pt x="125847" y="269957"/>
                </a:cubicBezTo>
                <a:lnTo>
                  <a:pt x="148611" y="213718"/>
                </a:lnTo>
                <a:cubicBezTo>
                  <a:pt x="152628" y="204345"/>
                  <a:pt x="160662" y="198988"/>
                  <a:pt x="170035" y="198988"/>
                </a:cubicBezTo>
                <a:lnTo>
                  <a:pt x="206189" y="198988"/>
                </a:lnTo>
                <a:lnTo>
                  <a:pt x="215562" y="157479"/>
                </a:lnTo>
                <a:cubicBezTo>
                  <a:pt x="218240" y="144089"/>
                  <a:pt x="230291" y="136054"/>
                  <a:pt x="242342" y="138732"/>
                </a:cubicBezTo>
                <a:cubicBezTo>
                  <a:pt x="255733" y="141411"/>
                  <a:pt x="263767" y="153462"/>
                  <a:pt x="261089" y="165513"/>
                </a:cubicBezTo>
                <a:lnTo>
                  <a:pt x="247698" y="225769"/>
                </a:lnTo>
                <a:cubicBezTo>
                  <a:pt x="245020" y="236481"/>
                  <a:pt x="235647" y="244515"/>
                  <a:pt x="224935" y="244515"/>
                </a:cubicBezTo>
                <a:lnTo>
                  <a:pt x="184764" y="244515"/>
                </a:lnTo>
                <a:lnTo>
                  <a:pt x="167357" y="287364"/>
                </a:lnTo>
                <a:cubicBezTo>
                  <a:pt x="166018" y="296737"/>
                  <a:pt x="156645" y="302093"/>
                  <a:pt x="147272" y="302093"/>
                </a:cubicBezTo>
                <a:close/>
                <a:moveTo>
                  <a:pt x="263767" y="154802"/>
                </a:moveTo>
                <a:lnTo>
                  <a:pt x="287869" y="154802"/>
                </a:lnTo>
                <a:cubicBezTo>
                  <a:pt x="295903" y="154802"/>
                  <a:pt x="301259" y="160158"/>
                  <a:pt x="301259" y="168192"/>
                </a:cubicBezTo>
                <a:lnTo>
                  <a:pt x="301259" y="288704"/>
                </a:lnTo>
                <a:cubicBezTo>
                  <a:pt x="301259" y="296738"/>
                  <a:pt x="295903" y="302094"/>
                  <a:pt x="287869" y="302094"/>
                </a:cubicBezTo>
                <a:lnTo>
                  <a:pt x="147272" y="302094"/>
                </a:lnTo>
                <a:moveTo>
                  <a:pt x="87036" y="125867"/>
                </a:moveTo>
                <a:cubicBezTo>
                  <a:pt x="87036" y="129884"/>
                  <a:pt x="84358" y="133901"/>
                  <a:pt x="81680" y="136579"/>
                </a:cubicBezTo>
                <a:cubicBezTo>
                  <a:pt x="77663" y="139257"/>
                  <a:pt x="73646" y="139257"/>
                  <a:pt x="69629" y="139257"/>
                </a:cubicBezTo>
                <a:lnTo>
                  <a:pt x="9373" y="120511"/>
                </a:lnTo>
                <a:cubicBezTo>
                  <a:pt x="4017" y="119172"/>
                  <a:pt x="0" y="113816"/>
                  <a:pt x="0" y="107121"/>
                </a:cubicBezTo>
                <a:lnTo>
                  <a:pt x="0" y="33475"/>
                </a:lnTo>
                <a:cubicBezTo>
                  <a:pt x="0" y="28119"/>
                  <a:pt x="4017" y="22763"/>
                  <a:pt x="9373" y="20085"/>
                </a:cubicBezTo>
                <a:lnTo>
                  <a:pt x="69629" y="1339"/>
                </a:lnTo>
                <a:cubicBezTo>
                  <a:pt x="73646" y="0"/>
                  <a:pt x="77663" y="1339"/>
                  <a:pt x="81680" y="4017"/>
                </a:cubicBezTo>
                <a:cubicBezTo>
                  <a:pt x="85697" y="6695"/>
                  <a:pt x="87036" y="10712"/>
                  <a:pt x="87036" y="14729"/>
                </a:cubicBezTo>
                <a:lnTo>
                  <a:pt x="87036" y="125867"/>
                </a:lnTo>
                <a:close/>
                <a:moveTo>
                  <a:pt x="55568" y="222014"/>
                </a:moveTo>
                <a:cubicBezTo>
                  <a:pt x="55568" y="227370"/>
                  <a:pt x="52890" y="232726"/>
                  <a:pt x="47534" y="234065"/>
                </a:cubicBezTo>
                <a:cubicBezTo>
                  <a:pt x="42178" y="236744"/>
                  <a:pt x="36822" y="235404"/>
                  <a:pt x="32805" y="231387"/>
                </a:cubicBezTo>
                <a:lnTo>
                  <a:pt x="19415" y="217997"/>
                </a:lnTo>
                <a:cubicBezTo>
                  <a:pt x="16737" y="215319"/>
                  <a:pt x="15398" y="212641"/>
                  <a:pt x="15398" y="208624"/>
                </a:cubicBezTo>
                <a:lnTo>
                  <a:pt x="15398" y="185861"/>
                </a:lnTo>
                <a:cubicBezTo>
                  <a:pt x="15398" y="181844"/>
                  <a:pt x="18076" y="177827"/>
                  <a:pt x="20754" y="175148"/>
                </a:cubicBezTo>
                <a:cubicBezTo>
                  <a:pt x="23432" y="172470"/>
                  <a:pt x="28788" y="172470"/>
                  <a:pt x="32805" y="173809"/>
                </a:cubicBezTo>
                <a:lnTo>
                  <a:pt x="46195" y="177827"/>
                </a:lnTo>
                <a:cubicBezTo>
                  <a:pt x="51551" y="179166"/>
                  <a:pt x="55568" y="184522"/>
                  <a:pt x="55568" y="189878"/>
                </a:cubicBezTo>
                <a:lnTo>
                  <a:pt x="55568" y="222014"/>
                </a:lnTo>
                <a:close/>
                <a:moveTo>
                  <a:pt x="129215" y="93468"/>
                </a:moveTo>
                <a:cubicBezTo>
                  <a:pt x="129215" y="93468"/>
                  <a:pt x="149300" y="100163"/>
                  <a:pt x="169386" y="100163"/>
                </a:cubicBezTo>
                <a:lnTo>
                  <a:pt x="169386" y="153724"/>
                </a:lnTo>
                <a:cubicBezTo>
                  <a:pt x="169386" y="153724"/>
                  <a:pt x="142605" y="147029"/>
                  <a:pt x="129215" y="133639"/>
                </a:cubicBezTo>
                <a:lnTo>
                  <a:pt x="129215" y="93468"/>
                </a:lnTo>
                <a:close/>
              </a:path>
            </a:pathLst>
          </a:custGeom>
          <a:noFill/>
          <a:ln w="10044">
            <a:solidFill>
              <a:srgbClr val="F669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2638378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6" name="Group 25"/>
          <p:cNvGrpSpPr/>
          <p:nvPr/>
        </p:nvGrpSpPr>
        <p:grpSpPr>
          <a:xfrm>
            <a:off x="3621073" y="2406757"/>
            <a:ext cx="1356360" cy="267689"/>
            <a:chOff x="3621073" y="2406757"/>
            <a:chExt cx="1356360" cy="267689"/>
          </a:xfrm>
        </p:grpSpPr>
        <p:sp>
          <p:nvSpPr>
            <p:cNvPr id="24" name="TextBox 23"/>
            <p:cNvSpPr txBox="1"/>
            <p:nvPr/>
          </p:nvSpPr>
          <p:spPr>
            <a:xfrm>
              <a:off x="3621073" y="2406757"/>
              <a:ext cx="1356360" cy="133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FFFFFF"/>
                  </a:solidFill>
                  <a:latin typeface="Roboto"/>
                </a:rPr>
                <a:t>Users switch between multiple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21073" y="2540583"/>
              <a:ext cx="1356360" cy="133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FFFFFF"/>
                  </a:solidFill>
                  <a:latin typeface="Roboto"/>
                </a:rPr>
                <a:t>tools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19125" y="2552649"/>
            <a:ext cx="2119664" cy="380952"/>
            <a:chOff x="619125" y="2552649"/>
            <a:chExt cx="2119664" cy="380952"/>
          </a:xfrm>
        </p:grpSpPr>
        <p:sp>
          <p:nvSpPr>
            <p:cNvPr id="27" name="TextBox 26"/>
            <p:cNvSpPr txBox="1"/>
            <p:nvPr/>
          </p:nvSpPr>
          <p:spPr>
            <a:xfrm>
              <a:off x="619125" y="2552649"/>
              <a:ext cx="211966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Simplified Intelligence — Turns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19125" y="2743149"/>
              <a:ext cx="2119664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data into understandable insights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024066" y="1790798"/>
            <a:ext cx="708183" cy="1606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CD6AFB"/>
                </a:solidFill>
                <a:latin typeface="Roboto"/>
              </a:rPr>
              <a:t>High Barrier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12073" y="2744787"/>
            <a:ext cx="301188" cy="301279"/>
          </a:xfrm>
          <a:custGeom>
            <a:avLst/>
            <a:gdLst/>
            <a:ahLst/>
            <a:cxnLst/>
            <a:rect l="0" t="0" r="0" b="0"/>
            <a:pathLst>
              <a:path w="301188" h="301279">
                <a:moveTo>
                  <a:pt x="301186" y="301279"/>
                </a:moveTo>
                <a:lnTo>
                  <a:pt x="0" y="301279"/>
                </a:lnTo>
                <a:lnTo>
                  <a:pt x="0" y="0"/>
                </a:lnTo>
                <a:moveTo>
                  <a:pt x="48539" y="301279"/>
                </a:moveTo>
                <a:lnTo>
                  <a:pt x="48539" y="91956"/>
                </a:lnTo>
                <a:lnTo>
                  <a:pt x="93958" y="204200"/>
                </a:lnTo>
                <a:lnTo>
                  <a:pt x="201690" y="43518"/>
                </a:lnTo>
                <a:lnTo>
                  <a:pt x="201690" y="294584"/>
                </a:lnTo>
                <a:moveTo>
                  <a:pt x="94568" y="301279"/>
                </a:moveTo>
                <a:lnTo>
                  <a:pt x="94568" y="23432"/>
                </a:lnTo>
                <a:lnTo>
                  <a:pt x="160262" y="193321"/>
                </a:lnTo>
                <a:lnTo>
                  <a:pt x="241721" y="164030"/>
                </a:lnTo>
                <a:lnTo>
                  <a:pt x="255737" y="103774"/>
                </a:lnTo>
                <a:lnTo>
                  <a:pt x="301188" y="43518"/>
                </a:lnTo>
                <a:lnTo>
                  <a:pt x="301188" y="294584"/>
                </a:lnTo>
              </a:path>
            </a:pathLst>
          </a:custGeom>
          <a:noFill/>
          <a:ln w="10044">
            <a:solidFill>
              <a:srgbClr val="FD6A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4066" y="2674488"/>
            <a:ext cx="1082506" cy="1606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D6A65"/>
                </a:solidFill>
                <a:latin typeface="Roboto"/>
              </a:rPr>
              <a:t>Poor Visualization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2115" y="1857476"/>
            <a:ext cx="281194" cy="308530"/>
          </a:xfrm>
          <a:custGeom>
            <a:avLst/>
            <a:gdLst/>
            <a:ahLst/>
            <a:cxnLst/>
            <a:rect l="0" t="0" r="0" b="0"/>
            <a:pathLst>
              <a:path w="281194" h="308530">
                <a:moveTo>
                  <a:pt x="174072" y="134179"/>
                </a:moveTo>
                <a:lnTo>
                  <a:pt x="267804" y="134179"/>
                </a:lnTo>
                <a:cubicBezTo>
                  <a:pt x="267804" y="134179"/>
                  <a:pt x="281194" y="134179"/>
                  <a:pt x="281194" y="147570"/>
                </a:cubicBezTo>
                <a:lnTo>
                  <a:pt x="281194" y="214521"/>
                </a:lnTo>
                <a:cubicBezTo>
                  <a:pt x="281194" y="214521"/>
                  <a:pt x="281194" y="227911"/>
                  <a:pt x="267804" y="227911"/>
                </a:cubicBezTo>
                <a:lnTo>
                  <a:pt x="174072" y="227911"/>
                </a:lnTo>
                <a:cubicBezTo>
                  <a:pt x="174072" y="227911"/>
                  <a:pt x="160682" y="227911"/>
                  <a:pt x="160682" y="214521"/>
                </a:cubicBezTo>
                <a:lnTo>
                  <a:pt x="160682" y="147570"/>
                </a:lnTo>
                <a:cubicBezTo>
                  <a:pt x="160682" y="147570"/>
                  <a:pt x="160682" y="134179"/>
                  <a:pt x="174072" y="134179"/>
                </a:cubicBezTo>
                <a:moveTo>
                  <a:pt x="220938" y="201130"/>
                </a:moveTo>
                <a:lnTo>
                  <a:pt x="220938" y="167655"/>
                </a:lnTo>
                <a:moveTo>
                  <a:pt x="180767" y="134179"/>
                </a:moveTo>
                <a:lnTo>
                  <a:pt x="180767" y="120789"/>
                </a:lnTo>
                <a:cubicBezTo>
                  <a:pt x="180767" y="98603"/>
                  <a:pt x="198752" y="80618"/>
                  <a:pt x="220938" y="80618"/>
                </a:cubicBezTo>
                <a:cubicBezTo>
                  <a:pt x="243124" y="80618"/>
                  <a:pt x="261109" y="98603"/>
                  <a:pt x="261109" y="120789"/>
                </a:cubicBezTo>
                <a:lnTo>
                  <a:pt x="261109" y="134179"/>
                </a:lnTo>
                <a:moveTo>
                  <a:pt x="220938" y="164307"/>
                </a:moveTo>
                <a:cubicBezTo>
                  <a:pt x="219089" y="164307"/>
                  <a:pt x="217591" y="165806"/>
                  <a:pt x="217591" y="167655"/>
                </a:cubicBezTo>
                <a:lnTo>
                  <a:pt x="217591" y="167655"/>
                </a:lnTo>
                <a:cubicBezTo>
                  <a:pt x="217591" y="169504"/>
                  <a:pt x="219089" y="171002"/>
                  <a:pt x="220938" y="171002"/>
                </a:cubicBezTo>
                <a:lnTo>
                  <a:pt x="220938" y="171002"/>
                </a:lnTo>
                <a:cubicBezTo>
                  <a:pt x="222787" y="171002"/>
                  <a:pt x="224286" y="169504"/>
                  <a:pt x="224286" y="167655"/>
                </a:cubicBezTo>
                <a:lnTo>
                  <a:pt x="224286" y="167655"/>
                </a:lnTo>
                <a:cubicBezTo>
                  <a:pt x="224286" y="165806"/>
                  <a:pt x="222787" y="164307"/>
                  <a:pt x="220938" y="164307"/>
                </a:cubicBezTo>
                <a:lnTo>
                  <a:pt x="220938" y="164307"/>
                </a:lnTo>
                <a:moveTo>
                  <a:pt x="120511" y="27058"/>
                </a:moveTo>
                <a:lnTo>
                  <a:pt x="220938" y="27058"/>
                </a:lnTo>
                <a:cubicBezTo>
                  <a:pt x="224636" y="27058"/>
                  <a:pt x="227633" y="30055"/>
                  <a:pt x="227633" y="33753"/>
                </a:cubicBezTo>
                <a:lnTo>
                  <a:pt x="227633" y="53838"/>
                </a:lnTo>
                <a:moveTo>
                  <a:pt x="227633" y="254972"/>
                </a:moveTo>
                <a:lnTo>
                  <a:pt x="227633" y="274777"/>
                </a:lnTo>
                <a:cubicBezTo>
                  <a:pt x="227633" y="278474"/>
                  <a:pt x="224636" y="281472"/>
                  <a:pt x="220938" y="281472"/>
                </a:cubicBezTo>
                <a:lnTo>
                  <a:pt x="120511" y="281472"/>
                </a:lnTo>
                <a:moveTo>
                  <a:pt x="0" y="277763"/>
                </a:moveTo>
                <a:cubicBezTo>
                  <a:pt x="1" y="280902"/>
                  <a:pt x="2183" y="283619"/>
                  <a:pt x="5248" y="284297"/>
                </a:cubicBezTo>
                <a:lnTo>
                  <a:pt x="112370" y="308091"/>
                </a:lnTo>
                <a:cubicBezTo>
                  <a:pt x="114351" y="308530"/>
                  <a:pt x="116425" y="308046"/>
                  <a:pt x="118007" y="306776"/>
                </a:cubicBezTo>
                <a:cubicBezTo>
                  <a:pt x="119590" y="305506"/>
                  <a:pt x="120511" y="303586"/>
                  <a:pt x="120511" y="301557"/>
                </a:cubicBezTo>
                <a:lnTo>
                  <a:pt x="120511" y="6972"/>
                </a:lnTo>
                <a:cubicBezTo>
                  <a:pt x="120511" y="4943"/>
                  <a:pt x="119590" y="3024"/>
                  <a:pt x="118007" y="1754"/>
                </a:cubicBezTo>
                <a:cubicBezTo>
                  <a:pt x="116425" y="483"/>
                  <a:pt x="114351" y="0"/>
                  <a:pt x="112370" y="438"/>
                </a:cubicBezTo>
                <a:lnTo>
                  <a:pt x="5248" y="24246"/>
                </a:lnTo>
                <a:cubicBezTo>
                  <a:pt x="2183" y="24924"/>
                  <a:pt x="1" y="27641"/>
                  <a:pt x="0" y="30780"/>
                </a:cubicBezTo>
                <a:close/>
                <a:moveTo>
                  <a:pt x="53560" y="154265"/>
                </a:moveTo>
                <a:cubicBezTo>
                  <a:pt x="53560" y="143172"/>
                  <a:pt x="62553" y="134179"/>
                  <a:pt x="73646" y="134179"/>
                </a:cubicBezTo>
                <a:cubicBezTo>
                  <a:pt x="84739" y="134179"/>
                  <a:pt x="93731" y="143172"/>
                  <a:pt x="93731" y="154265"/>
                </a:cubicBezTo>
                <a:cubicBezTo>
                  <a:pt x="93731" y="165357"/>
                  <a:pt x="84739" y="174350"/>
                  <a:pt x="73646" y="174350"/>
                </a:cubicBezTo>
                <a:cubicBezTo>
                  <a:pt x="62553" y="174350"/>
                  <a:pt x="53560" y="165357"/>
                  <a:pt x="53560" y="154265"/>
                </a:cubicBezTo>
              </a:path>
            </a:pathLst>
          </a:custGeom>
          <a:noFill/>
          <a:ln w="10044">
            <a:solidFill>
              <a:srgbClr val="CD6AF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4066" y="2915518"/>
            <a:ext cx="1516618" cy="133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Roboto"/>
              </a:rPr>
              <a:t>Charts are not intuitive to interpret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4700" y="3049381"/>
            <a:ext cx="842733" cy="1606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F99539"/>
                </a:solidFill>
                <a:latin typeface="Roboto"/>
              </a:rPr>
              <a:t>Data Overload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247931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0" name="Group 39"/>
          <p:cNvGrpSpPr/>
          <p:nvPr/>
        </p:nvGrpSpPr>
        <p:grpSpPr>
          <a:xfrm>
            <a:off x="619125" y="3162207"/>
            <a:ext cx="2084422" cy="571452"/>
            <a:chOff x="619125" y="3162207"/>
            <a:chExt cx="2084422" cy="571452"/>
          </a:xfrm>
        </p:grpSpPr>
        <p:sp>
          <p:nvSpPr>
            <p:cNvPr id="37" name="TextBox 36"/>
            <p:cNvSpPr txBox="1"/>
            <p:nvPr/>
          </p:nvSpPr>
          <p:spPr>
            <a:xfrm>
              <a:off x="619125" y="3162207"/>
              <a:ext cx="208442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Visual-First Experience — Charts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19125" y="3352707"/>
              <a:ext cx="208442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designed for intuitive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9125" y="3543207"/>
              <a:ext cx="2084422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interpretation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3503668" y="3290407"/>
            <a:ext cx="1473765" cy="1338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Roboto"/>
              </a:rPr>
              <a:t>Data is not easily understandable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390525" y="1143000"/>
            <a:ext cx="1924764" cy="457200"/>
            <a:chOff x="390525" y="1143000"/>
            <a:chExt cx="1924764" cy="457200"/>
          </a:xfrm>
        </p:grpSpPr>
        <p:sp>
          <p:nvSpPr>
            <p:cNvPr id="42" name="TextBox 41"/>
            <p:cNvSpPr txBox="1"/>
            <p:nvPr/>
          </p:nvSpPr>
          <p:spPr>
            <a:xfrm>
              <a:off x="390525" y="1143000"/>
              <a:ext cx="1924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The five pillars of our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90525" y="1371600"/>
              <a:ext cx="1924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competitive advantage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6302030" y="3484531"/>
            <a:ext cx="316979" cy="311322"/>
          </a:xfrm>
          <a:custGeom>
            <a:avLst/>
            <a:gdLst/>
            <a:ahLst/>
            <a:cxnLst/>
            <a:rect l="0" t="0" r="0" b="0"/>
            <a:pathLst>
              <a:path w="316979" h="311322">
                <a:moveTo>
                  <a:pt x="29980" y="264456"/>
                </a:moveTo>
                <a:cubicBezTo>
                  <a:pt x="41072" y="264456"/>
                  <a:pt x="50065" y="255463"/>
                  <a:pt x="50065" y="244371"/>
                </a:cubicBezTo>
                <a:cubicBezTo>
                  <a:pt x="50065" y="233279"/>
                  <a:pt x="41072" y="224286"/>
                  <a:pt x="29980" y="224286"/>
                </a:cubicBezTo>
                <a:cubicBezTo>
                  <a:pt x="18887" y="224286"/>
                  <a:pt x="9894" y="233279"/>
                  <a:pt x="9894" y="244371"/>
                </a:cubicBezTo>
                <a:cubicBezTo>
                  <a:pt x="9894" y="255463"/>
                  <a:pt x="18887" y="264456"/>
                  <a:pt x="29980" y="264456"/>
                </a:cubicBezTo>
                <a:close/>
                <a:moveTo>
                  <a:pt x="118356" y="202216"/>
                </a:moveTo>
                <a:cubicBezTo>
                  <a:pt x="129449" y="202216"/>
                  <a:pt x="138442" y="193223"/>
                  <a:pt x="138442" y="182131"/>
                </a:cubicBezTo>
                <a:cubicBezTo>
                  <a:pt x="138442" y="171038"/>
                  <a:pt x="129449" y="162045"/>
                  <a:pt x="118356" y="162045"/>
                </a:cubicBezTo>
                <a:cubicBezTo>
                  <a:pt x="107263" y="162045"/>
                  <a:pt x="98271" y="171038"/>
                  <a:pt x="98271" y="182131"/>
                </a:cubicBezTo>
                <a:cubicBezTo>
                  <a:pt x="98271" y="193223"/>
                  <a:pt x="107263" y="202216"/>
                  <a:pt x="118356" y="202216"/>
                </a:cubicBezTo>
                <a:close/>
                <a:moveTo>
                  <a:pt x="0" y="0"/>
                </a:moveTo>
                <a:moveTo>
                  <a:pt x="118356" y="202216"/>
                </a:moveTo>
                <a:lnTo>
                  <a:pt x="118356" y="311322"/>
                </a:lnTo>
                <a:moveTo>
                  <a:pt x="50065" y="244371"/>
                </a:moveTo>
                <a:lnTo>
                  <a:pt x="61373" y="244371"/>
                </a:lnTo>
                <a:cubicBezTo>
                  <a:pt x="69854" y="244371"/>
                  <a:pt x="75508" y="249727"/>
                  <a:pt x="75508" y="257761"/>
                </a:cubicBezTo>
                <a:lnTo>
                  <a:pt x="75508" y="311322"/>
                </a:lnTo>
                <a:moveTo>
                  <a:pt x="205392" y="264456"/>
                </a:moveTo>
                <a:cubicBezTo>
                  <a:pt x="216485" y="264456"/>
                  <a:pt x="225477" y="255463"/>
                  <a:pt x="225477" y="244371"/>
                </a:cubicBezTo>
                <a:cubicBezTo>
                  <a:pt x="225477" y="233279"/>
                  <a:pt x="216485" y="224286"/>
                  <a:pt x="205392" y="224286"/>
                </a:cubicBezTo>
                <a:cubicBezTo>
                  <a:pt x="194300" y="224286"/>
                  <a:pt x="185307" y="233279"/>
                  <a:pt x="185307" y="244371"/>
                </a:cubicBezTo>
                <a:cubicBezTo>
                  <a:pt x="185307" y="255463"/>
                  <a:pt x="194300" y="264456"/>
                  <a:pt x="205392" y="264456"/>
                </a:cubicBezTo>
                <a:close/>
                <a:moveTo>
                  <a:pt x="185307" y="244371"/>
                </a:moveTo>
                <a:lnTo>
                  <a:pt x="174595" y="244371"/>
                </a:lnTo>
                <a:cubicBezTo>
                  <a:pt x="166560" y="244371"/>
                  <a:pt x="161204" y="249727"/>
                  <a:pt x="161204" y="257761"/>
                </a:cubicBezTo>
                <a:lnTo>
                  <a:pt x="161204" y="311322"/>
                </a:lnTo>
                <a:moveTo>
                  <a:pt x="0" y="0"/>
                </a:moveTo>
                <a:moveTo>
                  <a:pt x="82201" y="134571"/>
                </a:moveTo>
                <a:lnTo>
                  <a:pt x="76845" y="127875"/>
                </a:lnTo>
                <a:cubicBezTo>
                  <a:pt x="74167" y="123858"/>
                  <a:pt x="67472" y="122519"/>
                  <a:pt x="63455" y="125197"/>
                </a:cubicBezTo>
                <a:lnTo>
                  <a:pt x="50065" y="133231"/>
                </a:lnTo>
                <a:cubicBezTo>
                  <a:pt x="39352" y="139926"/>
                  <a:pt x="25962" y="127875"/>
                  <a:pt x="31318" y="115824"/>
                </a:cubicBezTo>
                <a:lnTo>
                  <a:pt x="38013" y="102434"/>
                </a:lnTo>
                <a:cubicBezTo>
                  <a:pt x="40691" y="97078"/>
                  <a:pt x="38013" y="91722"/>
                  <a:pt x="33996" y="89044"/>
                </a:cubicBezTo>
                <a:lnTo>
                  <a:pt x="20606" y="82349"/>
                </a:lnTo>
                <a:cubicBezTo>
                  <a:pt x="8555" y="75653"/>
                  <a:pt x="12572" y="58246"/>
                  <a:pt x="25962" y="56907"/>
                </a:cubicBezTo>
                <a:lnTo>
                  <a:pt x="40691" y="55568"/>
                </a:lnTo>
                <a:cubicBezTo>
                  <a:pt x="46047" y="55568"/>
                  <a:pt x="50065" y="50212"/>
                  <a:pt x="50065" y="44856"/>
                </a:cubicBezTo>
                <a:lnTo>
                  <a:pt x="50065" y="30127"/>
                </a:lnTo>
                <a:cubicBezTo>
                  <a:pt x="50065" y="16737"/>
                  <a:pt x="66133" y="11380"/>
                  <a:pt x="74167" y="22093"/>
                </a:cubicBezTo>
                <a:lnTo>
                  <a:pt x="83540" y="34144"/>
                </a:lnTo>
                <a:cubicBezTo>
                  <a:pt x="86218" y="38161"/>
                  <a:pt x="92913" y="39500"/>
                  <a:pt x="96930" y="36822"/>
                </a:cubicBezTo>
                <a:lnTo>
                  <a:pt x="110321" y="28788"/>
                </a:lnTo>
                <a:cubicBezTo>
                  <a:pt x="121033" y="22093"/>
                  <a:pt x="134423" y="34144"/>
                  <a:pt x="129067" y="46195"/>
                </a:cubicBezTo>
                <a:lnTo>
                  <a:pt x="122372" y="59585"/>
                </a:lnTo>
                <a:cubicBezTo>
                  <a:pt x="119694" y="64941"/>
                  <a:pt x="122372" y="70297"/>
                  <a:pt x="126389" y="72975"/>
                </a:cubicBezTo>
                <a:lnTo>
                  <a:pt x="139779" y="79670"/>
                </a:lnTo>
                <a:cubicBezTo>
                  <a:pt x="151830" y="86366"/>
                  <a:pt x="147813" y="103773"/>
                  <a:pt x="134423" y="105112"/>
                </a:cubicBezTo>
                <a:lnTo>
                  <a:pt x="119694" y="106451"/>
                </a:lnTo>
                <a:cubicBezTo>
                  <a:pt x="114338" y="106451"/>
                  <a:pt x="110321" y="111807"/>
                  <a:pt x="110321" y="117163"/>
                </a:cubicBezTo>
                <a:lnTo>
                  <a:pt x="110321" y="125197"/>
                </a:lnTo>
                <a:moveTo>
                  <a:pt x="0" y="0"/>
                </a:moveTo>
                <a:moveTo>
                  <a:pt x="261646" y="31777"/>
                </a:moveTo>
                <a:lnTo>
                  <a:pt x="266256" y="46764"/>
                </a:lnTo>
                <a:cubicBezTo>
                  <a:pt x="267409" y="52528"/>
                  <a:pt x="273173" y="54834"/>
                  <a:pt x="278936" y="53681"/>
                </a:cubicBezTo>
                <a:lnTo>
                  <a:pt x="293924" y="50222"/>
                </a:lnTo>
                <a:cubicBezTo>
                  <a:pt x="307758" y="46764"/>
                  <a:pt x="316979" y="62903"/>
                  <a:pt x="307758" y="73278"/>
                </a:cubicBezTo>
                <a:lnTo>
                  <a:pt x="297381" y="84806"/>
                </a:lnTo>
                <a:cubicBezTo>
                  <a:pt x="293924" y="89417"/>
                  <a:pt x="293924" y="95181"/>
                  <a:pt x="297381" y="98640"/>
                </a:cubicBezTo>
                <a:lnTo>
                  <a:pt x="307758" y="110168"/>
                </a:lnTo>
                <a:cubicBezTo>
                  <a:pt x="316979" y="120543"/>
                  <a:pt x="307758" y="136681"/>
                  <a:pt x="293924" y="133224"/>
                </a:cubicBezTo>
                <a:lnTo>
                  <a:pt x="278936" y="129765"/>
                </a:lnTo>
                <a:cubicBezTo>
                  <a:pt x="273173" y="128613"/>
                  <a:pt x="268562" y="132071"/>
                  <a:pt x="266256" y="136683"/>
                </a:cubicBezTo>
                <a:lnTo>
                  <a:pt x="261646" y="151669"/>
                </a:lnTo>
                <a:cubicBezTo>
                  <a:pt x="257034" y="165503"/>
                  <a:pt x="238589" y="165503"/>
                  <a:pt x="235130" y="151669"/>
                </a:cubicBezTo>
                <a:lnTo>
                  <a:pt x="230520" y="136683"/>
                </a:lnTo>
                <a:cubicBezTo>
                  <a:pt x="229367" y="130918"/>
                  <a:pt x="223603" y="128613"/>
                  <a:pt x="217838" y="129765"/>
                </a:cubicBezTo>
                <a:lnTo>
                  <a:pt x="202852" y="133224"/>
                </a:lnTo>
                <a:cubicBezTo>
                  <a:pt x="189019" y="136681"/>
                  <a:pt x="179797" y="120543"/>
                  <a:pt x="189019" y="110168"/>
                </a:cubicBezTo>
                <a:lnTo>
                  <a:pt x="199395" y="98640"/>
                </a:lnTo>
                <a:cubicBezTo>
                  <a:pt x="202852" y="94029"/>
                  <a:pt x="202852" y="88265"/>
                  <a:pt x="199395" y="84806"/>
                </a:cubicBezTo>
                <a:lnTo>
                  <a:pt x="189019" y="73278"/>
                </a:lnTo>
                <a:cubicBezTo>
                  <a:pt x="179797" y="62903"/>
                  <a:pt x="189019" y="46764"/>
                  <a:pt x="202852" y="50222"/>
                </a:cubicBezTo>
                <a:lnTo>
                  <a:pt x="217838" y="53681"/>
                </a:lnTo>
                <a:cubicBezTo>
                  <a:pt x="223603" y="54834"/>
                  <a:pt x="228214" y="51375"/>
                  <a:pt x="230520" y="46764"/>
                </a:cubicBezTo>
                <a:lnTo>
                  <a:pt x="235130" y="31777"/>
                </a:lnTo>
                <a:cubicBezTo>
                  <a:pt x="238589" y="17944"/>
                  <a:pt x="258187" y="17944"/>
                  <a:pt x="261646" y="31777"/>
                </a:cubicBezTo>
                <a:close/>
                <a:moveTo>
                  <a:pt x="80193" y="96342"/>
                </a:moveTo>
                <a:cubicBezTo>
                  <a:pt x="88243" y="96342"/>
                  <a:pt x="94769" y="89816"/>
                  <a:pt x="94769" y="81766"/>
                </a:cubicBezTo>
                <a:cubicBezTo>
                  <a:pt x="94769" y="73715"/>
                  <a:pt x="88243" y="67189"/>
                  <a:pt x="80193" y="67189"/>
                </a:cubicBezTo>
                <a:cubicBezTo>
                  <a:pt x="72142" y="67189"/>
                  <a:pt x="65616" y="73715"/>
                  <a:pt x="65616" y="81766"/>
                </a:cubicBezTo>
                <a:cubicBezTo>
                  <a:pt x="65616" y="89816"/>
                  <a:pt x="72142" y="96342"/>
                  <a:pt x="80193" y="96342"/>
                </a:cubicBezTo>
                <a:close/>
                <a:moveTo>
                  <a:pt x="248388" y="106300"/>
                </a:moveTo>
                <a:cubicBezTo>
                  <a:pt x="256438" y="106300"/>
                  <a:pt x="262965" y="99774"/>
                  <a:pt x="262965" y="91723"/>
                </a:cubicBezTo>
                <a:cubicBezTo>
                  <a:pt x="262965" y="83673"/>
                  <a:pt x="256438" y="77147"/>
                  <a:pt x="248388" y="77147"/>
                </a:cubicBezTo>
                <a:cubicBezTo>
                  <a:pt x="240337" y="77147"/>
                  <a:pt x="233811" y="83673"/>
                  <a:pt x="233811" y="91723"/>
                </a:cubicBezTo>
                <a:cubicBezTo>
                  <a:pt x="233811" y="99774"/>
                  <a:pt x="240337" y="106300"/>
                  <a:pt x="248388" y="106300"/>
                </a:cubicBezTo>
                <a:close/>
              </a:path>
            </a:pathLst>
          </a:custGeom>
          <a:noFill/>
          <a:ln w="10044">
            <a:solidFill>
              <a:srgbClr val="FFE6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24066" y="3424270"/>
            <a:ext cx="1065961" cy="16068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FFE60A"/>
                </a:solidFill>
                <a:latin typeface="Roboto"/>
              </a:rPr>
              <a:t>Complex Patterns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7024066" y="3665336"/>
            <a:ext cx="1420768" cy="267689"/>
            <a:chOff x="7024066" y="3665336"/>
            <a:chExt cx="1420768" cy="267689"/>
          </a:xfrm>
        </p:grpSpPr>
        <p:sp>
          <p:nvSpPr>
            <p:cNvPr id="47" name="TextBox 46"/>
            <p:cNvSpPr txBox="1"/>
            <p:nvPr/>
          </p:nvSpPr>
          <p:spPr>
            <a:xfrm>
              <a:off x="7024066" y="3665336"/>
              <a:ext cx="1420768" cy="133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FFFFFF"/>
                  </a:solidFill>
                  <a:latin typeface="Roboto"/>
                </a:rPr>
                <a:t>ML identifies patterns hidden in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024066" y="3799162"/>
              <a:ext cx="1420768" cy="133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FFFFFF"/>
                  </a:solidFill>
                  <a:latin typeface="Roboto"/>
                </a:rPr>
                <a:t>data</a:t>
              </a:r>
            </a:p>
          </p:txBody>
        </p:sp>
      </p:grpSp>
      <p:sp>
        <p:nvSpPr>
          <p:cNvPr id="50" name="Rounded Rectangle 49"/>
          <p:cNvSpPr/>
          <p:nvPr/>
        </p:nvSpPr>
        <p:spPr>
          <a:xfrm>
            <a:off x="457200" y="4047980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3" name="Group 52"/>
          <p:cNvGrpSpPr/>
          <p:nvPr/>
        </p:nvGrpSpPr>
        <p:grpSpPr>
          <a:xfrm>
            <a:off x="619125" y="3962251"/>
            <a:ext cx="2084660" cy="380952"/>
            <a:chOff x="619125" y="3962251"/>
            <a:chExt cx="2084660" cy="380952"/>
          </a:xfrm>
        </p:grpSpPr>
        <p:sp>
          <p:nvSpPr>
            <p:cNvPr id="51" name="TextBox 50"/>
            <p:cNvSpPr txBox="1"/>
            <p:nvPr/>
          </p:nvSpPr>
          <p:spPr>
            <a:xfrm>
              <a:off x="619125" y="3962251"/>
              <a:ext cx="208466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Unified Platform — No more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19125" y="4152751"/>
              <a:ext cx="2084660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switching between multiple tools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390525" y="371475"/>
            <a:ext cx="3707368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Roboto"/>
              </a:rPr>
              <a:t>Why TradeVision AI?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657534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0" y="28575"/>
                </a:moveTo>
                <a:cubicBezTo>
                  <a:pt x="0" y="44356"/>
                  <a:pt x="12793" y="57150"/>
                  <a:pt x="28575" y="57150"/>
                </a:cubicBezTo>
                <a:cubicBezTo>
                  <a:pt x="44356" y="57150"/>
                  <a:pt x="57150" y="44356"/>
                  <a:pt x="57150" y="28575"/>
                </a:cubicBezTo>
                <a:cubicBezTo>
                  <a:pt x="57150" y="12793"/>
                  <a:pt x="44356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9" name="Group 58"/>
          <p:cNvGrpSpPr/>
          <p:nvPr/>
        </p:nvGrpSpPr>
        <p:grpSpPr>
          <a:xfrm>
            <a:off x="619125" y="4571814"/>
            <a:ext cx="1908571" cy="571451"/>
            <a:chOff x="619125" y="4571814"/>
            <a:chExt cx="1908571" cy="571451"/>
          </a:xfrm>
        </p:grpSpPr>
        <p:sp>
          <p:nvSpPr>
            <p:cNvPr id="56" name="TextBox 55"/>
            <p:cNvSpPr txBox="1"/>
            <p:nvPr/>
          </p:nvSpPr>
          <p:spPr>
            <a:xfrm>
              <a:off x="619125" y="4571814"/>
              <a:ext cx="19085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Beginner-Friendly — Making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19125" y="4762314"/>
              <a:ext cx="19085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market analysis accessible to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19125" y="4952814"/>
              <a:ext cx="1908571" cy="190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everyone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5378104" y="3109638"/>
            <a:ext cx="311322" cy="311322"/>
          </a:xfrm>
          <a:custGeom>
            <a:avLst/>
            <a:gdLst/>
            <a:ahLst/>
            <a:cxnLst/>
            <a:rect l="0" t="0" r="0" b="0"/>
            <a:pathLst>
              <a:path w="311322" h="311322">
                <a:moveTo>
                  <a:pt x="10042" y="311322"/>
                </a:moveTo>
                <a:cubicBezTo>
                  <a:pt x="30039" y="311322"/>
                  <a:pt x="50035" y="311322"/>
                  <a:pt x="70032" y="291237"/>
                </a:cubicBezTo>
                <a:cubicBezTo>
                  <a:pt x="90028" y="311322"/>
                  <a:pt x="110024" y="311322"/>
                  <a:pt x="115357" y="311322"/>
                </a:cubicBezTo>
                <a:cubicBezTo>
                  <a:pt x="120689" y="311322"/>
                  <a:pt x="140685" y="311322"/>
                  <a:pt x="160682" y="291237"/>
                </a:cubicBezTo>
                <a:cubicBezTo>
                  <a:pt x="180679" y="311322"/>
                  <a:pt x="200675" y="311322"/>
                  <a:pt x="206008" y="311322"/>
                </a:cubicBezTo>
                <a:cubicBezTo>
                  <a:pt x="211340" y="311322"/>
                  <a:pt x="231336" y="311322"/>
                  <a:pt x="251333" y="291237"/>
                </a:cubicBezTo>
                <a:cubicBezTo>
                  <a:pt x="271329" y="311322"/>
                  <a:pt x="291325" y="311322"/>
                  <a:pt x="311322" y="311322"/>
                </a:cubicBezTo>
                <a:moveTo>
                  <a:pt x="10042" y="261778"/>
                </a:moveTo>
                <a:cubicBezTo>
                  <a:pt x="30039" y="261778"/>
                  <a:pt x="50035" y="261778"/>
                  <a:pt x="70032" y="241693"/>
                </a:cubicBezTo>
                <a:cubicBezTo>
                  <a:pt x="90028" y="261778"/>
                  <a:pt x="110024" y="261778"/>
                  <a:pt x="115357" y="261778"/>
                </a:cubicBezTo>
                <a:cubicBezTo>
                  <a:pt x="120689" y="261778"/>
                  <a:pt x="140685" y="261778"/>
                  <a:pt x="160682" y="241693"/>
                </a:cubicBezTo>
                <a:cubicBezTo>
                  <a:pt x="180679" y="261778"/>
                  <a:pt x="200675" y="261778"/>
                  <a:pt x="206008" y="261778"/>
                </a:cubicBezTo>
                <a:cubicBezTo>
                  <a:pt x="211340" y="261778"/>
                  <a:pt x="231336" y="261778"/>
                  <a:pt x="251333" y="241693"/>
                </a:cubicBezTo>
                <a:cubicBezTo>
                  <a:pt x="271329" y="261778"/>
                  <a:pt x="291325" y="261778"/>
                  <a:pt x="311322" y="261778"/>
                </a:cubicBezTo>
                <a:moveTo>
                  <a:pt x="0" y="0"/>
                </a:moveTo>
                <a:moveTo>
                  <a:pt x="30485" y="25545"/>
                </a:moveTo>
                <a:lnTo>
                  <a:pt x="30485" y="80162"/>
                </a:lnTo>
                <a:moveTo>
                  <a:pt x="0" y="0"/>
                </a:moveTo>
                <a:moveTo>
                  <a:pt x="12279" y="39199"/>
                </a:moveTo>
                <a:lnTo>
                  <a:pt x="16830" y="39199"/>
                </a:lnTo>
                <a:cubicBezTo>
                  <a:pt x="24371" y="39199"/>
                  <a:pt x="30485" y="33086"/>
                  <a:pt x="30485" y="25545"/>
                </a:cubicBezTo>
                <a:lnTo>
                  <a:pt x="30485" y="25545"/>
                </a:lnTo>
                <a:moveTo>
                  <a:pt x="48690" y="80162"/>
                </a:moveTo>
                <a:lnTo>
                  <a:pt x="12279" y="80162"/>
                </a:lnTo>
                <a:moveTo>
                  <a:pt x="0" y="0"/>
                </a:moveTo>
                <a:moveTo>
                  <a:pt x="94465" y="127620"/>
                </a:moveTo>
                <a:lnTo>
                  <a:pt x="94465" y="182238"/>
                </a:lnTo>
                <a:moveTo>
                  <a:pt x="0" y="0"/>
                </a:moveTo>
                <a:moveTo>
                  <a:pt x="76259" y="141274"/>
                </a:moveTo>
                <a:lnTo>
                  <a:pt x="80811" y="141274"/>
                </a:lnTo>
                <a:cubicBezTo>
                  <a:pt x="88352" y="141274"/>
                  <a:pt x="94465" y="135162"/>
                  <a:pt x="94465" y="127620"/>
                </a:cubicBezTo>
                <a:lnTo>
                  <a:pt x="94465" y="127620"/>
                </a:lnTo>
                <a:moveTo>
                  <a:pt x="112671" y="182238"/>
                </a:moveTo>
                <a:lnTo>
                  <a:pt x="76259" y="182238"/>
                </a:lnTo>
                <a:moveTo>
                  <a:pt x="0" y="0"/>
                </a:moveTo>
                <a:moveTo>
                  <a:pt x="160351" y="127620"/>
                </a:moveTo>
                <a:lnTo>
                  <a:pt x="160351" y="182238"/>
                </a:lnTo>
                <a:moveTo>
                  <a:pt x="0" y="0"/>
                </a:moveTo>
                <a:moveTo>
                  <a:pt x="142146" y="141274"/>
                </a:moveTo>
                <a:lnTo>
                  <a:pt x="146697" y="141274"/>
                </a:lnTo>
                <a:cubicBezTo>
                  <a:pt x="154239" y="141274"/>
                  <a:pt x="160351" y="135162"/>
                  <a:pt x="160351" y="127620"/>
                </a:cubicBezTo>
                <a:lnTo>
                  <a:pt x="160351" y="127620"/>
                </a:lnTo>
                <a:moveTo>
                  <a:pt x="178558" y="182238"/>
                </a:moveTo>
                <a:lnTo>
                  <a:pt x="142146" y="182238"/>
                </a:lnTo>
                <a:moveTo>
                  <a:pt x="0" y="0"/>
                </a:moveTo>
                <a:moveTo>
                  <a:pt x="224662" y="25545"/>
                </a:moveTo>
                <a:lnTo>
                  <a:pt x="224662" y="80162"/>
                </a:lnTo>
                <a:moveTo>
                  <a:pt x="0" y="0"/>
                </a:moveTo>
                <a:moveTo>
                  <a:pt x="206457" y="39199"/>
                </a:moveTo>
                <a:lnTo>
                  <a:pt x="211008" y="39199"/>
                </a:lnTo>
                <a:cubicBezTo>
                  <a:pt x="218549" y="39199"/>
                  <a:pt x="224662" y="33086"/>
                  <a:pt x="224662" y="25545"/>
                </a:cubicBezTo>
                <a:lnTo>
                  <a:pt x="224662" y="25545"/>
                </a:lnTo>
                <a:moveTo>
                  <a:pt x="242869" y="80162"/>
                </a:moveTo>
                <a:lnTo>
                  <a:pt x="206457" y="80162"/>
                </a:lnTo>
                <a:moveTo>
                  <a:pt x="75471" y="43751"/>
                </a:moveTo>
                <a:lnTo>
                  <a:pt x="75471" y="61957"/>
                </a:lnTo>
                <a:cubicBezTo>
                  <a:pt x="75471" y="72011"/>
                  <a:pt x="83622" y="80162"/>
                  <a:pt x="93676" y="80162"/>
                </a:cubicBezTo>
                <a:cubicBezTo>
                  <a:pt x="103731" y="80162"/>
                  <a:pt x="111882" y="72011"/>
                  <a:pt x="111882" y="61957"/>
                </a:cubicBezTo>
                <a:lnTo>
                  <a:pt x="111882" y="43751"/>
                </a:lnTo>
                <a:cubicBezTo>
                  <a:pt x="111882" y="33696"/>
                  <a:pt x="103731" y="25545"/>
                  <a:pt x="93676" y="25545"/>
                </a:cubicBezTo>
                <a:cubicBezTo>
                  <a:pt x="83622" y="25545"/>
                  <a:pt x="75471" y="33696"/>
                  <a:pt x="75471" y="43751"/>
                </a:cubicBezTo>
                <a:close/>
                <a:moveTo>
                  <a:pt x="12279" y="145826"/>
                </a:moveTo>
                <a:lnTo>
                  <a:pt x="12279" y="164031"/>
                </a:lnTo>
                <a:cubicBezTo>
                  <a:pt x="12279" y="174086"/>
                  <a:pt x="20430" y="182238"/>
                  <a:pt x="30485" y="182238"/>
                </a:cubicBezTo>
                <a:cubicBezTo>
                  <a:pt x="40539" y="182238"/>
                  <a:pt x="48690" y="174086"/>
                  <a:pt x="48690" y="164031"/>
                </a:cubicBezTo>
                <a:lnTo>
                  <a:pt x="48690" y="145826"/>
                </a:lnTo>
                <a:cubicBezTo>
                  <a:pt x="48690" y="135771"/>
                  <a:pt x="40539" y="127620"/>
                  <a:pt x="30485" y="127620"/>
                </a:cubicBezTo>
                <a:cubicBezTo>
                  <a:pt x="20430" y="127620"/>
                  <a:pt x="12279" y="135771"/>
                  <a:pt x="12279" y="145826"/>
                </a:cubicBezTo>
                <a:close/>
                <a:moveTo>
                  <a:pt x="206457" y="145826"/>
                </a:moveTo>
                <a:lnTo>
                  <a:pt x="206457" y="164031"/>
                </a:lnTo>
                <a:cubicBezTo>
                  <a:pt x="206457" y="174086"/>
                  <a:pt x="214607" y="182238"/>
                  <a:pt x="224662" y="182238"/>
                </a:cubicBezTo>
                <a:cubicBezTo>
                  <a:pt x="234717" y="182238"/>
                  <a:pt x="242869" y="174086"/>
                  <a:pt x="242869" y="164031"/>
                </a:cubicBezTo>
                <a:lnTo>
                  <a:pt x="242869" y="145826"/>
                </a:lnTo>
                <a:cubicBezTo>
                  <a:pt x="242869" y="135771"/>
                  <a:pt x="234717" y="127620"/>
                  <a:pt x="224662" y="127620"/>
                </a:cubicBezTo>
                <a:cubicBezTo>
                  <a:pt x="214607" y="127620"/>
                  <a:pt x="206457" y="135771"/>
                  <a:pt x="206457" y="145826"/>
                </a:cubicBezTo>
                <a:close/>
                <a:moveTo>
                  <a:pt x="272674" y="145826"/>
                </a:moveTo>
                <a:lnTo>
                  <a:pt x="272674" y="164031"/>
                </a:lnTo>
                <a:cubicBezTo>
                  <a:pt x="272674" y="174086"/>
                  <a:pt x="280825" y="182238"/>
                  <a:pt x="290879" y="182238"/>
                </a:cubicBezTo>
                <a:cubicBezTo>
                  <a:pt x="300934" y="182238"/>
                  <a:pt x="309086" y="174086"/>
                  <a:pt x="309086" y="164031"/>
                </a:cubicBezTo>
                <a:lnTo>
                  <a:pt x="309086" y="145826"/>
                </a:lnTo>
                <a:cubicBezTo>
                  <a:pt x="309086" y="135771"/>
                  <a:pt x="300934" y="127620"/>
                  <a:pt x="290879" y="127620"/>
                </a:cubicBezTo>
                <a:cubicBezTo>
                  <a:pt x="280825" y="127620"/>
                  <a:pt x="272674" y="135771"/>
                  <a:pt x="272674" y="145826"/>
                </a:cubicBezTo>
                <a:close/>
                <a:moveTo>
                  <a:pt x="140569" y="43751"/>
                </a:moveTo>
                <a:lnTo>
                  <a:pt x="140569" y="61957"/>
                </a:lnTo>
                <a:cubicBezTo>
                  <a:pt x="140569" y="72011"/>
                  <a:pt x="148719" y="80162"/>
                  <a:pt x="158775" y="80162"/>
                </a:cubicBezTo>
                <a:cubicBezTo>
                  <a:pt x="168830" y="80162"/>
                  <a:pt x="176981" y="72011"/>
                  <a:pt x="176981" y="61957"/>
                </a:cubicBezTo>
                <a:lnTo>
                  <a:pt x="176981" y="43751"/>
                </a:lnTo>
                <a:cubicBezTo>
                  <a:pt x="176981" y="33696"/>
                  <a:pt x="168830" y="25545"/>
                  <a:pt x="158775" y="25545"/>
                </a:cubicBezTo>
                <a:cubicBezTo>
                  <a:pt x="148719" y="25545"/>
                  <a:pt x="140569" y="33696"/>
                  <a:pt x="140569" y="43751"/>
                </a:cubicBezTo>
                <a:close/>
                <a:moveTo>
                  <a:pt x="272674" y="43751"/>
                </a:moveTo>
                <a:lnTo>
                  <a:pt x="272674" y="61957"/>
                </a:lnTo>
                <a:cubicBezTo>
                  <a:pt x="272674" y="72011"/>
                  <a:pt x="280825" y="80162"/>
                  <a:pt x="290879" y="80162"/>
                </a:cubicBezTo>
                <a:cubicBezTo>
                  <a:pt x="300934" y="80162"/>
                  <a:pt x="309086" y="72011"/>
                  <a:pt x="309086" y="61957"/>
                </a:cubicBezTo>
                <a:lnTo>
                  <a:pt x="309086" y="43751"/>
                </a:lnTo>
                <a:cubicBezTo>
                  <a:pt x="309086" y="33696"/>
                  <a:pt x="300934" y="25545"/>
                  <a:pt x="290879" y="25545"/>
                </a:cubicBezTo>
                <a:cubicBezTo>
                  <a:pt x="280825" y="25545"/>
                  <a:pt x="272674" y="33696"/>
                  <a:pt x="272674" y="43751"/>
                </a:cubicBezTo>
                <a:close/>
              </a:path>
            </a:pathLst>
          </a:custGeom>
          <a:noFill/>
          <a:ln w="10044">
            <a:solidFill>
              <a:srgbClr val="F99539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75947" y="2247066"/>
            <a:ext cx="929937" cy="1452456"/>
          </a:xfrm>
          <a:custGeom>
            <a:avLst/>
            <a:gdLst/>
            <a:ahLst/>
            <a:cxnLst/>
            <a:rect l="0" t="0" r="0" b="0"/>
            <a:pathLst>
              <a:path w="929937" h="1452456">
                <a:moveTo>
                  <a:pt x="212733" y="1393651"/>
                </a:moveTo>
                <a:cubicBezTo>
                  <a:pt x="205701" y="1377216"/>
                  <a:pt x="190092" y="1358611"/>
                  <a:pt x="178931" y="1347450"/>
                </a:cubicBezTo>
                <a:cubicBezTo>
                  <a:pt x="170530" y="1337649"/>
                  <a:pt x="155409" y="1310487"/>
                  <a:pt x="162130" y="1280246"/>
                </a:cubicBezTo>
                <a:moveTo>
                  <a:pt x="162130" y="1280246"/>
                </a:moveTo>
                <a:cubicBezTo>
                  <a:pt x="168850" y="1250004"/>
                  <a:pt x="192932" y="1234043"/>
                  <a:pt x="204132" y="1229842"/>
                </a:cubicBezTo>
                <a:moveTo>
                  <a:pt x="162130" y="1280246"/>
                </a:moveTo>
                <a:cubicBezTo>
                  <a:pt x="105006" y="1280246"/>
                  <a:pt x="81089" y="1242495"/>
                  <a:pt x="76271" y="1223620"/>
                </a:cubicBezTo>
                <a:moveTo>
                  <a:pt x="204132" y="1229842"/>
                </a:moveTo>
                <a:cubicBezTo>
                  <a:pt x="233534" y="1200441"/>
                  <a:pt x="300738" y="1135757"/>
                  <a:pt x="334340" y="1112235"/>
                </a:cubicBezTo>
                <a:cubicBezTo>
                  <a:pt x="376343" y="1082833"/>
                  <a:pt x="418345" y="1066032"/>
                  <a:pt x="435146" y="1036630"/>
                </a:cubicBezTo>
                <a:cubicBezTo>
                  <a:pt x="436717" y="1033883"/>
                  <a:pt x="438302" y="1031071"/>
                  <a:pt x="439886" y="1028228"/>
                </a:cubicBezTo>
                <a:moveTo>
                  <a:pt x="204132" y="1229842"/>
                </a:moveTo>
                <a:cubicBezTo>
                  <a:pt x="167170" y="1223123"/>
                  <a:pt x="141128" y="1192353"/>
                  <a:pt x="132728" y="1177808"/>
                </a:cubicBezTo>
                <a:moveTo>
                  <a:pt x="468749" y="973627"/>
                </a:moveTo>
                <a:lnTo>
                  <a:pt x="527552" y="1036630"/>
                </a:lnTo>
                <a:cubicBezTo>
                  <a:pt x="535953" y="1036630"/>
                  <a:pt x="559474" y="1033270"/>
                  <a:pt x="586356" y="1019829"/>
                </a:cubicBezTo>
                <a:moveTo>
                  <a:pt x="468749" y="973627"/>
                </a:moveTo>
                <a:cubicBezTo>
                  <a:pt x="453348" y="955424"/>
                  <a:pt x="417505" y="914821"/>
                  <a:pt x="397344" y="898022"/>
                </a:cubicBezTo>
                <a:cubicBezTo>
                  <a:pt x="377183" y="881222"/>
                  <a:pt x="374943" y="846217"/>
                  <a:pt x="376343" y="830816"/>
                </a:cubicBezTo>
                <a:moveTo>
                  <a:pt x="468749" y="973627"/>
                </a:moveTo>
                <a:cubicBezTo>
                  <a:pt x="463802" y="983519"/>
                  <a:pt x="451867" y="1006735"/>
                  <a:pt x="439886" y="1028228"/>
                </a:cubicBezTo>
                <a:moveTo>
                  <a:pt x="586356" y="1019829"/>
                </a:moveTo>
                <a:lnTo>
                  <a:pt x="607357" y="1045031"/>
                </a:lnTo>
                <a:cubicBezTo>
                  <a:pt x="604557" y="1057632"/>
                  <a:pt x="599797" y="1095434"/>
                  <a:pt x="603157" y="1145837"/>
                </a:cubicBezTo>
                <a:cubicBezTo>
                  <a:pt x="607357" y="1208841"/>
                  <a:pt x="619958" y="1246643"/>
                  <a:pt x="619958" y="1297047"/>
                </a:cubicBezTo>
                <a:cubicBezTo>
                  <a:pt x="619958" y="1299796"/>
                  <a:pt x="619958" y="1302600"/>
                  <a:pt x="619958" y="1305445"/>
                </a:cubicBezTo>
                <a:moveTo>
                  <a:pt x="586356" y="1019829"/>
                </a:moveTo>
                <a:cubicBezTo>
                  <a:pt x="611557" y="1009350"/>
                  <a:pt x="667841" y="981875"/>
                  <a:pt x="691362" y="955807"/>
                </a:cubicBezTo>
                <a:moveTo>
                  <a:pt x="712364" y="1318048"/>
                </a:moveTo>
                <a:cubicBezTo>
                  <a:pt x="720764" y="1325048"/>
                  <a:pt x="744286" y="1341569"/>
                  <a:pt x="771167" y="1351650"/>
                </a:cubicBezTo>
                <a:cubicBezTo>
                  <a:pt x="804769" y="1364251"/>
                  <a:pt x="842572" y="1339049"/>
                  <a:pt x="855172" y="1351650"/>
                </a:cubicBezTo>
                <a:cubicBezTo>
                  <a:pt x="867773" y="1364251"/>
                  <a:pt x="855172" y="1385252"/>
                  <a:pt x="808970" y="1410454"/>
                </a:cubicBezTo>
                <a:cubicBezTo>
                  <a:pt x="762767" y="1435655"/>
                  <a:pt x="682962" y="1452456"/>
                  <a:pt x="649360" y="1452456"/>
                </a:cubicBezTo>
                <a:cubicBezTo>
                  <a:pt x="628204" y="1452456"/>
                  <a:pt x="621270" y="1435113"/>
                  <a:pt x="619958" y="1420900"/>
                </a:cubicBezTo>
                <a:moveTo>
                  <a:pt x="712364" y="1318048"/>
                </a:moveTo>
                <a:cubicBezTo>
                  <a:pt x="711471" y="1305502"/>
                  <a:pt x="710430" y="1289484"/>
                  <a:pt x="709421" y="1271843"/>
                </a:cubicBezTo>
                <a:moveTo>
                  <a:pt x="619958" y="1360049"/>
                </a:moveTo>
                <a:cubicBezTo>
                  <a:pt x="628358" y="1365649"/>
                  <a:pt x="650200" y="1374329"/>
                  <a:pt x="670361" y="1364249"/>
                </a:cubicBezTo>
                <a:cubicBezTo>
                  <a:pt x="690522" y="1354170"/>
                  <a:pt x="706764" y="1329248"/>
                  <a:pt x="712364" y="1318048"/>
                </a:cubicBezTo>
                <a:moveTo>
                  <a:pt x="607357" y="755213"/>
                </a:moveTo>
                <a:cubicBezTo>
                  <a:pt x="590556" y="792175"/>
                  <a:pt x="608757" y="832217"/>
                  <a:pt x="619958" y="847619"/>
                </a:cubicBezTo>
                <a:lnTo>
                  <a:pt x="657760" y="898022"/>
                </a:lnTo>
                <a:cubicBezTo>
                  <a:pt x="666335" y="911873"/>
                  <a:pt x="679321" y="933739"/>
                  <a:pt x="691362" y="955807"/>
                </a:cubicBezTo>
                <a:moveTo>
                  <a:pt x="607357" y="755213"/>
                </a:moveTo>
                <a:cubicBezTo>
                  <a:pt x="624158" y="718251"/>
                  <a:pt x="647960" y="664207"/>
                  <a:pt x="657760" y="641806"/>
                </a:cubicBezTo>
                <a:cubicBezTo>
                  <a:pt x="667561" y="620805"/>
                  <a:pt x="688002" y="570402"/>
                  <a:pt x="691362" y="536799"/>
                </a:cubicBezTo>
                <a:moveTo>
                  <a:pt x="607357" y="755213"/>
                </a:moveTo>
                <a:cubicBezTo>
                  <a:pt x="486390" y="768655"/>
                  <a:pt x="394544" y="755212"/>
                  <a:pt x="363742" y="746811"/>
                </a:cubicBezTo>
                <a:moveTo>
                  <a:pt x="691362" y="536799"/>
                </a:moveTo>
                <a:lnTo>
                  <a:pt x="733365" y="562001"/>
                </a:lnTo>
                <a:cubicBezTo>
                  <a:pt x="750166" y="569001"/>
                  <a:pt x="790488" y="576282"/>
                  <a:pt x="817370" y="549400"/>
                </a:cubicBezTo>
                <a:cubicBezTo>
                  <a:pt x="844252" y="522519"/>
                  <a:pt x="881774" y="484996"/>
                  <a:pt x="897175" y="469595"/>
                </a:cubicBezTo>
                <a:cubicBezTo>
                  <a:pt x="908376" y="459794"/>
                  <a:pt x="929937" y="434313"/>
                  <a:pt x="926577" y="410792"/>
                </a:cubicBezTo>
                <a:cubicBezTo>
                  <a:pt x="922377" y="381390"/>
                  <a:pt x="926577" y="368789"/>
                  <a:pt x="913976" y="364589"/>
                </a:cubicBezTo>
                <a:cubicBezTo>
                  <a:pt x="901375" y="360389"/>
                  <a:pt x="888775" y="335187"/>
                  <a:pt x="863573" y="339387"/>
                </a:cubicBezTo>
                <a:cubicBezTo>
                  <a:pt x="843412" y="342747"/>
                  <a:pt x="835572" y="357588"/>
                  <a:pt x="834171" y="364589"/>
                </a:cubicBezTo>
                <a:cubicBezTo>
                  <a:pt x="832772" y="378591"/>
                  <a:pt x="831651" y="409117"/>
                  <a:pt x="838371" y="419197"/>
                </a:cubicBezTo>
                <a:cubicBezTo>
                  <a:pt x="846772" y="431798"/>
                  <a:pt x="804769" y="465400"/>
                  <a:pt x="779568" y="473801"/>
                </a:cubicBezTo>
                <a:cubicBezTo>
                  <a:pt x="754366" y="482201"/>
                  <a:pt x="695563" y="444388"/>
                  <a:pt x="682962" y="410792"/>
                </a:cubicBezTo>
                <a:moveTo>
                  <a:pt x="691362" y="536799"/>
                </a:moveTo>
                <a:cubicBezTo>
                  <a:pt x="706999" y="479677"/>
                  <a:pt x="692277" y="428993"/>
                  <a:pt x="682962" y="410792"/>
                </a:cubicBezTo>
                <a:moveTo>
                  <a:pt x="682962" y="410792"/>
                </a:moveTo>
                <a:cubicBezTo>
                  <a:pt x="672881" y="383914"/>
                  <a:pt x="661961" y="357594"/>
                  <a:pt x="657760" y="347793"/>
                </a:cubicBezTo>
                <a:lnTo>
                  <a:pt x="657760" y="322585"/>
                </a:lnTo>
                <a:moveTo>
                  <a:pt x="657760" y="322585"/>
                </a:moveTo>
                <a:cubicBezTo>
                  <a:pt x="667561" y="328185"/>
                  <a:pt x="705938" y="337411"/>
                  <a:pt x="716564" y="326785"/>
                </a:cubicBezTo>
                <a:cubicBezTo>
                  <a:pt x="724964" y="318384"/>
                  <a:pt x="731830" y="297383"/>
                  <a:pt x="733365" y="293183"/>
                </a:cubicBezTo>
                <a:lnTo>
                  <a:pt x="733365" y="284782"/>
                </a:lnTo>
                <a:cubicBezTo>
                  <a:pt x="733365" y="284782"/>
                  <a:pt x="740323" y="284911"/>
                  <a:pt x="741765" y="280582"/>
                </a:cubicBezTo>
                <a:cubicBezTo>
                  <a:pt x="745966" y="267981"/>
                  <a:pt x="750166" y="263781"/>
                  <a:pt x="750166" y="263781"/>
                </a:cubicBezTo>
                <a:cubicBezTo>
                  <a:pt x="758566" y="267981"/>
                  <a:pt x="766967" y="263781"/>
                  <a:pt x="766967" y="255380"/>
                </a:cubicBezTo>
                <a:cubicBezTo>
                  <a:pt x="766967" y="246699"/>
                  <a:pt x="759655" y="226579"/>
                  <a:pt x="758566" y="213378"/>
                </a:cubicBezTo>
                <a:cubicBezTo>
                  <a:pt x="758006" y="206583"/>
                  <a:pt x="762767" y="196577"/>
                  <a:pt x="762767" y="196577"/>
                </a:cubicBezTo>
                <a:cubicBezTo>
                  <a:pt x="766967" y="181176"/>
                  <a:pt x="785448" y="112572"/>
                  <a:pt x="775367" y="95770"/>
                </a:cubicBezTo>
                <a:cubicBezTo>
                  <a:pt x="771161" y="88759"/>
                  <a:pt x="762631" y="76596"/>
                  <a:pt x="750166" y="63348"/>
                </a:cubicBezTo>
                <a:moveTo>
                  <a:pt x="657760" y="322585"/>
                </a:moveTo>
                <a:cubicBezTo>
                  <a:pt x="653560" y="319782"/>
                  <a:pt x="640119" y="316704"/>
                  <a:pt x="619958" y="309984"/>
                </a:cubicBezTo>
                <a:cubicBezTo>
                  <a:pt x="599797" y="303263"/>
                  <a:pt x="549954" y="260981"/>
                  <a:pt x="527552" y="242780"/>
                </a:cubicBezTo>
                <a:moveTo>
                  <a:pt x="527552" y="242780"/>
                </a:moveTo>
                <a:cubicBezTo>
                  <a:pt x="530353" y="253983"/>
                  <a:pt x="534273" y="290669"/>
                  <a:pt x="527552" y="297390"/>
                </a:cubicBezTo>
                <a:moveTo>
                  <a:pt x="527552" y="242780"/>
                </a:moveTo>
                <a:cubicBezTo>
                  <a:pt x="524752" y="230179"/>
                  <a:pt x="510751" y="183976"/>
                  <a:pt x="510751" y="183976"/>
                </a:cubicBezTo>
                <a:cubicBezTo>
                  <a:pt x="510751" y="183976"/>
                  <a:pt x="491687" y="138406"/>
                  <a:pt x="489750" y="120972"/>
                </a:cubicBezTo>
                <a:cubicBezTo>
                  <a:pt x="485550" y="83170"/>
                  <a:pt x="513552" y="50962"/>
                  <a:pt x="527552" y="36963"/>
                </a:cubicBezTo>
                <a:cubicBezTo>
                  <a:pt x="541553" y="22971"/>
                  <a:pt x="567745" y="0"/>
                  <a:pt x="631589" y="3360"/>
                </a:cubicBezTo>
                <a:cubicBezTo>
                  <a:pt x="684750" y="6157"/>
                  <a:pt x="725295" y="36915"/>
                  <a:pt x="750166" y="63348"/>
                </a:cubicBezTo>
                <a:moveTo>
                  <a:pt x="527552" y="242780"/>
                </a:moveTo>
                <a:cubicBezTo>
                  <a:pt x="534553" y="244185"/>
                  <a:pt x="548553" y="241954"/>
                  <a:pt x="548553" y="221786"/>
                </a:cubicBezTo>
                <a:cubicBezTo>
                  <a:pt x="548553" y="196577"/>
                  <a:pt x="557979" y="146181"/>
                  <a:pt x="573755" y="158782"/>
                </a:cubicBezTo>
                <a:moveTo>
                  <a:pt x="527552" y="297390"/>
                </a:moveTo>
                <a:cubicBezTo>
                  <a:pt x="520832" y="304110"/>
                  <a:pt x="485550" y="328187"/>
                  <a:pt x="468749" y="339386"/>
                </a:cubicBezTo>
                <a:lnTo>
                  <a:pt x="414145" y="377188"/>
                </a:lnTo>
                <a:cubicBezTo>
                  <a:pt x="410858" y="378348"/>
                  <a:pt x="406925" y="379780"/>
                  <a:pt x="402480" y="381450"/>
                </a:cubicBezTo>
                <a:moveTo>
                  <a:pt x="527552" y="297390"/>
                </a:moveTo>
                <a:cubicBezTo>
                  <a:pt x="545754" y="318388"/>
                  <a:pt x="588036" y="358707"/>
                  <a:pt x="611557" y="351986"/>
                </a:cubicBezTo>
                <a:cubicBezTo>
                  <a:pt x="635079" y="345266"/>
                  <a:pt x="636759" y="319497"/>
                  <a:pt x="636759" y="315303"/>
                </a:cubicBezTo>
                <a:moveTo>
                  <a:pt x="422546" y="465393"/>
                </a:moveTo>
                <a:cubicBezTo>
                  <a:pt x="400145" y="469594"/>
                  <a:pt x="345261" y="483034"/>
                  <a:pt x="304938" y="503196"/>
                </a:cubicBezTo>
                <a:cubicBezTo>
                  <a:pt x="264616" y="523357"/>
                  <a:pt x="227934" y="554999"/>
                  <a:pt x="212533" y="578800"/>
                </a:cubicBezTo>
                <a:cubicBezTo>
                  <a:pt x="202733" y="585801"/>
                  <a:pt x="178931" y="616603"/>
                  <a:pt x="178931" y="599802"/>
                </a:cubicBezTo>
                <a:cubicBezTo>
                  <a:pt x="178931" y="583001"/>
                  <a:pt x="170530" y="578800"/>
                  <a:pt x="162130" y="578800"/>
                </a:cubicBezTo>
                <a:cubicBezTo>
                  <a:pt x="152329" y="583001"/>
                  <a:pt x="126007" y="591401"/>
                  <a:pt x="99126" y="591401"/>
                </a:cubicBezTo>
                <a:cubicBezTo>
                  <a:pt x="92383" y="591401"/>
                  <a:pt x="86775" y="590608"/>
                  <a:pt x="82325" y="589288"/>
                </a:cubicBezTo>
                <a:cubicBezTo>
                  <a:pt x="69034" y="585344"/>
                  <a:pt x="66058" y="576693"/>
                  <a:pt x="73924" y="570400"/>
                </a:cubicBezTo>
                <a:cubicBezTo>
                  <a:pt x="87925" y="559199"/>
                  <a:pt x="120967" y="536799"/>
                  <a:pt x="141128" y="536799"/>
                </a:cubicBezTo>
                <a:cubicBezTo>
                  <a:pt x="161289" y="536799"/>
                  <a:pt x="178931" y="548431"/>
                  <a:pt x="187331" y="536799"/>
                </a:cubicBezTo>
                <a:cubicBezTo>
                  <a:pt x="205533" y="511597"/>
                  <a:pt x="252015" y="455313"/>
                  <a:pt x="292338" y="431791"/>
                </a:cubicBezTo>
                <a:cubicBezTo>
                  <a:pt x="327091" y="411518"/>
                  <a:pt x="374742" y="391869"/>
                  <a:pt x="402480" y="381450"/>
                </a:cubicBezTo>
                <a:moveTo>
                  <a:pt x="422546" y="465393"/>
                </a:moveTo>
                <a:cubicBezTo>
                  <a:pt x="418345" y="503197"/>
                  <a:pt x="407425" y="591404"/>
                  <a:pt x="397344" y="641806"/>
                </a:cubicBezTo>
                <a:cubicBezTo>
                  <a:pt x="387263" y="692207"/>
                  <a:pt x="370743" y="732810"/>
                  <a:pt x="363742" y="746811"/>
                </a:cubicBezTo>
                <a:moveTo>
                  <a:pt x="422546" y="465393"/>
                </a:moveTo>
                <a:cubicBezTo>
                  <a:pt x="430946" y="482194"/>
                  <a:pt x="468749" y="473801"/>
                  <a:pt x="468749" y="448592"/>
                </a:cubicBezTo>
                <a:cubicBezTo>
                  <a:pt x="468749" y="428425"/>
                  <a:pt x="424570" y="395428"/>
                  <a:pt x="402480" y="381450"/>
                </a:cubicBezTo>
                <a:moveTo>
                  <a:pt x="363742" y="746811"/>
                </a:moveTo>
                <a:cubicBezTo>
                  <a:pt x="356742" y="765012"/>
                  <a:pt x="341901" y="809815"/>
                  <a:pt x="338540" y="843417"/>
                </a:cubicBezTo>
                <a:cubicBezTo>
                  <a:pt x="335180" y="877019"/>
                  <a:pt x="311939" y="952624"/>
                  <a:pt x="300738" y="986226"/>
                </a:cubicBezTo>
                <a:lnTo>
                  <a:pt x="292338" y="1019829"/>
                </a:lnTo>
                <a:moveTo>
                  <a:pt x="292338" y="1019829"/>
                </a:moveTo>
                <a:cubicBezTo>
                  <a:pt x="272737" y="1029629"/>
                  <a:pt x="220933" y="1065191"/>
                  <a:pt x="170530" y="1129035"/>
                </a:cubicBezTo>
                <a:cubicBezTo>
                  <a:pt x="153975" y="1150005"/>
                  <a:pt x="142060" y="1165754"/>
                  <a:pt x="132728" y="1177808"/>
                </a:cubicBezTo>
                <a:moveTo>
                  <a:pt x="292338" y="1019829"/>
                </a:moveTo>
                <a:cubicBezTo>
                  <a:pt x="331900" y="1022628"/>
                  <a:pt x="416796" y="1028228"/>
                  <a:pt x="439886" y="1028228"/>
                </a:cubicBezTo>
                <a:moveTo>
                  <a:pt x="691362" y="955807"/>
                </a:moveTo>
                <a:cubicBezTo>
                  <a:pt x="704882" y="980583"/>
                  <a:pt x="717210" y="1005611"/>
                  <a:pt x="720764" y="1019829"/>
                </a:cubicBezTo>
                <a:cubicBezTo>
                  <a:pt x="729165" y="1053432"/>
                  <a:pt x="712364" y="1066032"/>
                  <a:pt x="706682" y="1112235"/>
                </a:cubicBezTo>
                <a:cubicBezTo>
                  <a:pt x="703210" y="1140481"/>
                  <a:pt x="706151" y="1214678"/>
                  <a:pt x="709421" y="1271843"/>
                </a:cubicBezTo>
                <a:moveTo>
                  <a:pt x="132728" y="1177808"/>
                </a:moveTo>
                <a:cubicBezTo>
                  <a:pt x="108502" y="1209098"/>
                  <a:pt x="101679" y="1215483"/>
                  <a:pt x="76271" y="1223620"/>
                </a:cubicBezTo>
                <a:moveTo>
                  <a:pt x="76271" y="1223620"/>
                </a:moveTo>
                <a:cubicBezTo>
                  <a:pt x="74216" y="1224278"/>
                  <a:pt x="72041" y="1224947"/>
                  <a:pt x="69724" y="1225642"/>
                </a:cubicBezTo>
                <a:cubicBezTo>
                  <a:pt x="56049" y="1230902"/>
                  <a:pt x="31155" y="1242483"/>
                  <a:pt x="16766" y="1255042"/>
                </a:cubicBezTo>
                <a:moveTo>
                  <a:pt x="16766" y="1255042"/>
                </a:moveTo>
                <a:cubicBezTo>
                  <a:pt x="12003" y="1259200"/>
                  <a:pt x="8392" y="1263466"/>
                  <a:pt x="6720" y="1267645"/>
                </a:cubicBezTo>
                <a:cubicBezTo>
                  <a:pt x="0" y="1284446"/>
                  <a:pt x="26321" y="1311048"/>
                  <a:pt x="40322" y="1322248"/>
                </a:cubicBezTo>
                <a:lnTo>
                  <a:pt x="145329" y="1410454"/>
                </a:lnTo>
                <a:cubicBezTo>
                  <a:pt x="156530" y="1420254"/>
                  <a:pt x="184811" y="1436495"/>
                  <a:pt x="208332" y="1423054"/>
                </a:cubicBezTo>
                <a:cubicBezTo>
                  <a:pt x="218461" y="1417266"/>
                  <a:pt x="218049" y="1406080"/>
                  <a:pt x="212733" y="1393651"/>
                </a:cubicBezTo>
                <a:moveTo>
                  <a:pt x="212733" y="1393651"/>
                </a:moveTo>
                <a:cubicBezTo>
                  <a:pt x="166729" y="1406252"/>
                  <a:pt x="170530" y="1389451"/>
                  <a:pt x="124327" y="1360049"/>
                </a:cubicBezTo>
                <a:cubicBezTo>
                  <a:pt x="87365" y="1336527"/>
                  <a:pt x="37219" y="1280244"/>
                  <a:pt x="16766" y="1255042"/>
                </a:cubicBezTo>
                <a:moveTo>
                  <a:pt x="619958" y="1420900"/>
                </a:moveTo>
                <a:cubicBezTo>
                  <a:pt x="619603" y="1417054"/>
                  <a:pt x="619660" y="1413436"/>
                  <a:pt x="619958" y="1410454"/>
                </a:cubicBezTo>
                <a:cubicBezTo>
                  <a:pt x="619958" y="1399793"/>
                  <a:pt x="619958" y="1381124"/>
                  <a:pt x="619958" y="1360049"/>
                </a:cubicBezTo>
                <a:moveTo>
                  <a:pt x="619958" y="1420900"/>
                </a:moveTo>
                <a:cubicBezTo>
                  <a:pt x="636759" y="1421618"/>
                  <a:pt x="683802" y="1418853"/>
                  <a:pt x="737565" y="1402051"/>
                </a:cubicBezTo>
                <a:cubicBezTo>
                  <a:pt x="791328" y="1385250"/>
                  <a:pt x="831371" y="1357845"/>
                  <a:pt x="842572" y="1348044"/>
                </a:cubicBezTo>
                <a:moveTo>
                  <a:pt x="619958" y="1305445"/>
                </a:moveTo>
                <a:cubicBezTo>
                  <a:pt x="637597" y="1304046"/>
                  <a:pt x="680185" y="1295365"/>
                  <a:pt x="709421" y="1271843"/>
                </a:cubicBezTo>
                <a:moveTo>
                  <a:pt x="619958" y="1305445"/>
                </a:moveTo>
                <a:cubicBezTo>
                  <a:pt x="619958" y="1323146"/>
                  <a:pt x="619958" y="1342437"/>
                  <a:pt x="619958" y="1360049"/>
                </a:cubicBezTo>
                <a:moveTo>
                  <a:pt x="619958" y="158782"/>
                </a:moveTo>
                <a:cubicBezTo>
                  <a:pt x="610158" y="147582"/>
                  <a:pt x="587196" y="131900"/>
                  <a:pt x="573755" y="158782"/>
                </a:cubicBezTo>
                <a:moveTo>
                  <a:pt x="611557" y="225986"/>
                </a:moveTo>
                <a:cubicBezTo>
                  <a:pt x="604837" y="236073"/>
                  <a:pt x="594756" y="230189"/>
                  <a:pt x="590556" y="225986"/>
                </a:cubicBezTo>
                <a:cubicBezTo>
                  <a:pt x="580516" y="215945"/>
                  <a:pt x="569555" y="189611"/>
                  <a:pt x="573755" y="158782"/>
                </a:cubicBezTo>
                <a:moveTo>
                  <a:pt x="750166" y="63348"/>
                </a:moveTo>
                <a:cubicBezTo>
                  <a:pt x="755767" y="75558"/>
                  <a:pt x="760247" y="106699"/>
                  <a:pt x="733365" y="133580"/>
                </a:cubicBezTo>
                <a:cubicBezTo>
                  <a:pt x="726644" y="140301"/>
                  <a:pt x="713764" y="147582"/>
                  <a:pt x="708163" y="150381"/>
                </a:cubicBezTo>
                <a:moveTo>
                  <a:pt x="691362" y="133580"/>
                </a:moveTo>
                <a:cubicBezTo>
                  <a:pt x="680162" y="143384"/>
                  <a:pt x="657760" y="168029"/>
                  <a:pt x="657760" y="188184"/>
                </a:cubicBezTo>
              </a:path>
            </a:pathLst>
          </a:custGeom>
          <a:noFill/>
          <a:ln w="12601">
            <a:solidFill>
              <a:srgbClr val="FFE6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55974" y="3066141"/>
            <a:ext cx="989157" cy="630870"/>
          </a:xfrm>
          <a:custGeom>
            <a:avLst/>
            <a:gdLst/>
            <a:ahLst/>
            <a:cxnLst/>
            <a:rect l="0" t="0" r="0" b="0"/>
            <a:pathLst>
              <a:path w="989157" h="630870">
                <a:moveTo>
                  <a:pt x="271616" y="482188"/>
                </a:moveTo>
                <a:cubicBezTo>
                  <a:pt x="253415" y="442985"/>
                  <a:pt x="227933" y="352820"/>
                  <a:pt x="271616" y="305777"/>
                </a:cubicBezTo>
                <a:cubicBezTo>
                  <a:pt x="315299" y="258734"/>
                  <a:pt x="382223" y="255374"/>
                  <a:pt x="410225" y="259574"/>
                </a:cubicBezTo>
                <a:cubicBezTo>
                  <a:pt x="422923" y="261691"/>
                  <a:pt x="445859" y="263381"/>
                  <a:pt x="473229" y="261528"/>
                </a:cubicBezTo>
                <a:cubicBezTo>
                  <a:pt x="500178" y="259703"/>
                  <a:pt x="531427" y="254444"/>
                  <a:pt x="561434" y="242775"/>
                </a:cubicBezTo>
                <a:cubicBezTo>
                  <a:pt x="621918" y="219253"/>
                  <a:pt x="687442" y="188171"/>
                  <a:pt x="712643" y="175570"/>
                </a:cubicBezTo>
                <a:lnTo>
                  <a:pt x="712643" y="104166"/>
                </a:lnTo>
                <a:cubicBezTo>
                  <a:pt x="714044" y="84564"/>
                  <a:pt x="729444" y="40322"/>
                  <a:pt x="779848" y="20161"/>
                </a:cubicBezTo>
                <a:cubicBezTo>
                  <a:pt x="830251" y="0"/>
                  <a:pt x="884854" y="11760"/>
                  <a:pt x="905855" y="20161"/>
                </a:cubicBezTo>
                <a:cubicBezTo>
                  <a:pt x="929679" y="31550"/>
                  <a:pt x="969289" y="61023"/>
                  <a:pt x="982845" y="104166"/>
                </a:cubicBezTo>
                <a:cubicBezTo>
                  <a:pt x="987613" y="119337"/>
                  <a:pt x="989157" y="136200"/>
                  <a:pt x="985660" y="154561"/>
                </a:cubicBezTo>
                <a:cubicBezTo>
                  <a:pt x="975580" y="181442"/>
                  <a:pt x="947859" y="209163"/>
                  <a:pt x="939458" y="217565"/>
                </a:cubicBezTo>
                <a:cubicBezTo>
                  <a:pt x="939458" y="217565"/>
                  <a:pt x="935257" y="221765"/>
                  <a:pt x="935257" y="234366"/>
                </a:cubicBezTo>
                <a:cubicBezTo>
                  <a:pt x="935257" y="246966"/>
                  <a:pt x="939457" y="255367"/>
                  <a:pt x="935257" y="263767"/>
                </a:cubicBezTo>
                <a:cubicBezTo>
                  <a:pt x="931057" y="272168"/>
                  <a:pt x="914256" y="267968"/>
                  <a:pt x="914256" y="267968"/>
                </a:cubicBezTo>
                <a:lnTo>
                  <a:pt x="910056" y="280569"/>
                </a:lnTo>
                <a:cubicBezTo>
                  <a:pt x="908415" y="285490"/>
                  <a:pt x="903395" y="288969"/>
                  <a:pt x="897455" y="288969"/>
                </a:cubicBezTo>
                <a:cubicBezTo>
                  <a:pt x="893255" y="288969"/>
                  <a:pt x="895272" y="294307"/>
                  <a:pt x="893255" y="297370"/>
                </a:cubicBezTo>
                <a:cubicBezTo>
                  <a:pt x="890487" y="301570"/>
                  <a:pt x="884854" y="300963"/>
                  <a:pt x="880654" y="305770"/>
                </a:cubicBezTo>
                <a:cubicBezTo>
                  <a:pt x="868053" y="318371"/>
                  <a:pt x="854679" y="320342"/>
                  <a:pt x="842851" y="318371"/>
                </a:cubicBezTo>
                <a:cubicBezTo>
                  <a:pt x="822690" y="315011"/>
                  <a:pt x="806450" y="287569"/>
                  <a:pt x="796649" y="276368"/>
                </a:cubicBezTo>
                <a:lnTo>
                  <a:pt x="771447" y="288969"/>
                </a:lnTo>
                <a:lnTo>
                  <a:pt x="771447" y="356173"/>
                </a:lnTo>
                <a:cubicBezTo>
                  <a:pt x="784048" y="400977"/>
                  <a:pt x="813450" y="498142"/>
                  <a:pt x="830251" y="528384"/>
                </a:cubicBezTo>
                <a:cubicBezTo>
                  <a:pt x="851252" y="566186"/>
                  <a:pt x="876454" y="566186"/>
                  <a:pt x="889054" y="570387"/>
                </a:cubicBezTo>
                <a:cubicBezTo>
                  <a:pt x="899135" y="573747"/>
                  <a:pt x="915432" y="573914"/>
                  <a:pt x="918456" y="582987"/>
                </a:cubicBezTo>
                <a:cubicBezTo>
                  <a:pt x="922656" y="595588"/>
                  <a:pt x="899135" y="595588"/>
                  <a:pt x="872253" y="595588"/>
                </a:cubicBezTo>
                <a:cubicBezTo>
                  <a:pt x="845372" y="595588"/>
                  <a:pt x="824651" y="589988"/>
                  <a:pt x="817650" y="587188"/>
                </a:cubicBezTo>
                <a:lnTo>
                  <a:pt x="737845" y="498982"/>
                </a:lnTo>
                <a:lnTo>
                  <a:pt x="729444" y="490582"/>
                </a:lnTo>
                <a:cubicBezTo>
                  <a:pt x="723845" y="505983"/>
                  <a:pt x="714323" y="541825"/>
                  <a:pt x="721044" y="561986"/>
                </a:cubicBezTo>
                <a:cubicBezTo>
                  <a:pt x="727764" y="582147"/>
                  <a:pt x="737845" y="589988"/>
                  <a:pt x="742045" y="591388"/>
                </a:cubicBezTo>
                <a:lnTo>
                  <a:pt x="771447" y="591388"/>
                </a:lnTo>
                <a:cubicBezTo>
                  <a:pt x="784259" y="591388"/>
                  <a:pt x="806450" y="613789"/>
                  <a:pt x="775647" y="620790"/>
                </a:cubicBezTo>
                <a:cubicBezTo>
                  <a:pt x="744846" y="627791"/>
                  <a:pt x="699203" y="629190"/>
                  <a:pt x="679041" y="612389"/>
                </a:cubicBezTo>
                <a:cubicBezTo>
                  <a:pt x="653840" y="591388"/>
                  <a:pt x="641239" y="570387"/>
                  <a:pt x="641239" y="528384"/>
                </a:cubicBezTo>
                <a:lnTo>
                  <a:pt x="641239" y="440178"/>
                </a:lnTo>
                <a:cubicBezTo>
                  <a:pt x="628638" y="452779"/>
                  <a:pt x="590836" y="477141"/>
                  <a:pt x="540433" y="473780"/>
                </a:cubicBezTo>
                <a:lnTo>
                  <a:pt x="561434" y="528384"/>
                </a:lnTo>
                <a:cubicBezTo>
                  <a:pt x="569835" y="552186"/>
                  <a:pt x="574875" y="602308"/>
                  <a:pt x="527832" y="612389"/>
                </a:cubicBezTo>
                <a:cubicBezTo>
                  <a:pt x="480789" y="622470"/>
                  <a:pt x="365422" y="616589"/>
                  <a:pt x="309418" y="612389"/>
                </a:cubicBezTo>
                <a:cubicBezTo>
                  <a:pt x="294359" y="611260"/>
                  <a:pt x="286737" y="594748"/>
                  <a:pt x="280017" y="591388"/>
                </a:cubicBezTo>
                <a:cubicBezTo>
                  <a:pt x="273296" y="588028"/>
                  <a:pt x="271616" y="616310"/>
                  <a:pt x="254815" y="620790"/>
                </a:cubicBezTo>
                <a:cubicBezTo>
                  <a:pt x="233814" y="626390"/>
                  <a:pt x="188451" y="630870"/>
                  <a:pt x="175010" y="603989"/>
                </a:cubicBezTo>
                <a:cubicBezTo>
                  <a:pt x="168290" y="583827"/>
                  <a:pt x="161010" y="578787"/>
                  <a:pt x="158209" y="578787"/>
                </a:cubicBezTo>
                <a:lnTo>
                  <a:pt x="124607" y="570387"/>
                </a:lnTo>
                <a:cubicBezTo>
                  <a:pt x="113407" y="584388"/>
                  <a:pt x="82604" y="612389"/>
                  <a:pt x="49002" y="612389"/>
                </a:cubicBezTo>
                <a:cubicBezTo>
                  <a:pt x="15400" y="612389"/>
                  <a:pt x="4200" y="595588"/>
                  <a:pt x="2799" y="587188"/>
                </a:cubicBezTo>
                <a:cubicBezTo>
                  <a:pt x="0" y="570387"/>
                  <a:pt x="42282" y="567026"/>
                  <a:pt x="49002" y="536784"/>
                </a:cubicBezTo>
                <a:cubicBezTo>
                  <a:pt x="57403" y="498982"/>
                  <a:pt x="57403" y="473780"/>
                  <a:pt x="91005" y="473780"/>
                </a:cubicBezTo>
                <a:cubicBezTo>
                  <a:pt x="124607" y="473780"/>
                  <a:pt x="99405" y="490582"/>
                  <a:pt x="145608" y="490582"/>
                </a:cubicBezTo>
                <a:cubicBezTo>
                  <a:pt x="191811" y="490582"/>
                  <a:pt x="233814" y="473794"/>
                  <a:pt x="271616" y="482188"/>
                </a:cubicBezTo>
                <a:close/>
                <a:moveTo>
                  <a:pt x="771447" y="288969"/>
                </a:moveTo>
                <a:cubicBezTo>
                  <a:pt x="751286" y="225125"/>
                  <a:pt x="723845" y="186768"/>
                  <a:pt x="712643" y="175570"/>
                </a:cubicBezTo>
                <a:cubicBezTo>
                  <a:pt x="730992" y="179768"/>
                  <a:pt x="773945" y="183963"/>
                  <a:pt x="798970" y="167161"/>
                </a:cubicBezTo>
                <a:moveTo>
                  <a:pt x="729444" y="490582"/>
                </a:moveTo>
                <a:cubicBezTo>
                  <a:pt x="723845" y="473780"/>
                  <a:pt x="716004" y="434298"/>
                  <a:pt x="729444" y="410777"/>
                </a:cubicBezTo>
                <a:cubicBezTo>
                  <a:pt x="752966" y="393976"/>
                  <a:pt x="767247" y="367374"/>
                  <a:pt x="771447" y="356173"/>
                </a:cubicBezTo>
                <a:moveTo>
                  <a:pt x="641239" y="440178"/>
                </a:moveTo>
                <a:cubicBezTo>
                  <a:pt x="645439" y="410127"/>
                  <a:pt x="656360" y="341176"/>
                  <a:pt x="666441" y="305777"/>
                </a:cubicBezTo>
                <a:moveTo>
                  <a:pt x="175010" y="603989"/>
                </a:moveTo>
                <a:cubicBezTo>
                  <a:pt x="176410" y="592788"/>
                  <a:pt x="187611" y="567866"/>
                  <a:pt x="221213" y="557786"/>
                </a:cubicBezTo>
                <a:cubicBezTo>
                  <a:pt x="263216" y="545185"/>
                  <a:pt x="267416" y="507383"/>
                  <a:pt x="280017" y="503182"/>
                </a:cubicBezTo>
                <a:cubicBezTo>
                  <a:pt x="292617" y="498982"/>
                  <a:pt x="322019" y="511583"/>
                  <a:pt x="322019" y="528384"/>
                </a:cubicBezTo>
                <a:lnTo>
                  <a:pt x="322019" y="557786"/>
                </a:lnTo>
                <a:moveTo>
                  <a:pt x="473229" y="261528"/>
                </a:moveTo>
                <a:lnTo>
                  <a:pt x="540433" y="473780"/>
                </a:lnTo>
                <a:cubicBezTo>
                  <a:pt x="529232" y="442979"/>
                  <a:pt x="490030" y="383895"/>
                  <a:pt x="422825" y="393976"/>
                </a:cubicBezTo>
                <a:cubicBezTo>
                  <a:pt x="355621" y="404056"/>
                  <a:pt x="344421" y="476581"/>
                  <a:pt x="347221" y="511583"/>
                </a:cubicBezTo>
                <a:cubicBezTo>
                  <a:pt x="371023" y="505983"/>
                  <a:pt x="429546" y="503182"/>
                  <a:pt x="473229" y="536784"/>
                </a:cubicBezTo>
                <a:moveTo>
                  <a:pt x="798970" y="167161"/>
                </a:moveTo>
                <a:cubicBezTo>
                  <a:pt x="803032" y="158039"/>
                  <a:pt x="811301" y="150393"/>
                  <a:pt x="817650" y="146160"/>
                </a:cubicBezTo>
                <a:cubicBezTo>
                  <a:pt x="824651" y="146160"/>
                  <a:pt x="841171" y="141120"/>
                  <a:pt x="851252" y="120959"/>
                </a:cubicBezTo>
                <a:cubicBezTo>
                  <a:pt x="863853" y="95757"/>
                  <a:pt x="884854" y="66355"/>
                  <a:pt x="897455" y="66355"/>
                </a:cubicBezTo>
                <a:cubicBezTo>
                  <a:pt x="927697" y="103312"/>
                  <a:pt x="966983" y="106961"/>
                  <a:pt x="982845" y="104166"/>
                </a:cubicBezTo>
                <a:moveTo>
                  <a:pt x="798970" y="167161"/>
                </a:moveTo>
                <a:cubicBezTo>
                  <a:pt x="794969" y="176145"/>
                  <a:pt x="794523" y="183911"/>
                  <a:pt x="800849" y="196563"/>
                </a:cubicBezTo>
                <a:cubicBezTo>
                  <a:pt x="805049" y="204964"/>
                  <a:pt x="826050" y="217565"/>
                  <a:pt x="834451" y="196563"/>
                </a:cubicBezTo>
              </a:path>
            </a:pathLst>
          </a:custGeom>
          <a:noFill/>
          <a:ln w="12601">
            <a:solidFill>
              <a:srgbClr val="F995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10200" y="371475"/>
            <a:ext cx="3343275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00" b="1">
                <a:solidFill>
                  <a:srgbClr val="FFFFFF"/>
                </a:solidFill>
                <a:latin typeface="Roboto"/>
              </a:rPr>
              <a:t>Real-World Impact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305550" y="1957410"/>
            <a:ext cx="2394346" cy="685800"/>
            <a:chOff x="6305550" y="1957410"/>
            <a:chExt cx="2394346" cy="685800"/>
          </a:xfrm>
        </p:grpSpPr>
        <p:sp>
          <p:nvSpPr>
            <p:cNvPr id="5" name="TextBox 4"/>
            <p:cNvSpPr txBox="1"/>
            <p:nvPr/>
          </p:nvSpPr>
          <p:spPr>
            <a:xfrm>
              <a:off x="6305550" y="1957410"/>
              <a:ext cx="2394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Use Case: Transforming the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305550" y="2186010"/>
              <a:ext cx="2394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investment journey for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5550" y="2414610"/>
              <a:ext cx="2394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students and retail investors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305550" y="2814655"/>
            <a:ext cx="2483996" cy="1142952"/>
            <a:chOff x="6305550" y="2814655"/>
            <a:chExt cx="2483996" cy="1142952"/>
          </a:xfrm>
        </p:grpSpPr>
        <p:sp>
          <p:nvSpPr>
            <p:cNvPr id="9" name="TextBox 8"/>
            <p:cNvSpPr txBox="1"/>
            <p:nvPr/>
          </p:nvSpPr>
          <p:spPr>
            <a:xfrm>
              <a:off x="6305550" y="2814655"/>
              <a:ext cx="248399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Without TradeVision AI — Hours of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05550" y="3005155"/>
              <a:ext cx="248399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manual research, confusing indicators,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05550" y="3195655"/>
              <a:ext cx="248399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and fragmented information. With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305550" y="3386155"/>
              <a:ext cx="248399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TradeVision AI — Instant AI analysis,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05550" y="3576655"/>
              <a:ext cx="248399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visual trends, and simplified insights in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5550" y="3767155"/>
              <a:ext cx="2483996" cy="190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100" b="0">
                  <a:solidFill>
                    <a:srgbClr val="FFFFFF"/>
                  </a:solidFill>
                  <a:latin typeface="Roboto"/>
                </a:rPr>
                <a:t>one place.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025830" y="4066384"/>
            <a:ext cx="823550" cy="2016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F99539"/>
                </a:solidFill>
                <a:latin typeface="Roboto"/>
              </a:rPr>
              <a:t>AI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4659" y="4066384"/>
            <a:ext cx="1008459" cy="2016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FFE60A"/>
                </a:solidFill>
                <a:latin typeface="Roboto"/>
              </a:rPr>
              <a:t>Visual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5637" y="4368793"/>
            <a:ext cx="1023937" cy="1512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Roboto"/>
              </a:rPr>
              <a:t>Instant AI analysis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348593" y="4368798"/>
            <a:ext cx="1000601" cy="302418"/>
            <a:chOff x="3348593" y="4368798"/>
            <a:chExt cx="1000601" cy="302418"/>
          </a:xfrm>
        </p:grpSpPr>
        <p:sp>
          <p:nvSpPr>
            <p:cNvPr id="19" name="TextBox 18"/>
            <p:cNvSpPr txBox="1"/>
            <p:nvPr/>
          </p:nvSpPr>
          <p:spPr>
            <a:xfrm>
              <a:off x="3348593" y="4368798"/>
              <a:ext cx="1000601" cy="151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Visual trends and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48593" y="4520055"/>
              <a:ext cx="1000601" cy="1511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FFFFFF"/>
                  </a:solidFill>
                  <a:latin typeface="Roboto"/>
                </a:rPr>
                <a:t>insights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6061348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08825" y="1371600"/>
            <a:ext cx="3863701" cy="1085850"/>
          </a:xfrm>
          <a:custGeom>
            <a:avLst/>
            <a:gdLst/>
            <a:ahLst/>
            <a:cxnLst/>
            <a:rect l="0" t="0" r="0" b="0"/>
            <a:pathLst>
              <a:path w="3863701" h="1085850">
                <a:moveTo>
                  <a:pt x="3863701" y="971550"/>
                </a:moveTo>
                <a:cubicBezTo>
                  <a:pt x="3863701" y="1034672"/>
                  <a:pt x="3812524" y="1085850"/>
                  <a:pt x="3749401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49401" y="0"/>
                </a:lnTo>
                <a:cubicBezTo>
                  <a:pt x="3812524" y="0"/>
                  <a:pt x="3863701" y="51177"/>
                  <a:pt x="3863701" y="114300"/>
                </a:cubicBezTo>
                <a:lnTo>
                  <a:pt x="3863701" y="971550"/>
                </a:lnTo>
              </a:path>
            </a:pathLst>
          </a:custGeom>
          <a:solidFill>
            <a:srgbClr val="2727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08825" y="2686050"/>
            <a:ext cx="3863701" cy="1085850"/>
          </a:xfrm>
          <a:custGeom>
            <a:avLst/>
            <a:gdLst/>
            <a:ahLst/>
            <a:cxnLst/>
            <a:rect l="0" t="0" r="0" b="0"/>
            <a:pathLst>
              <a:path w="3863701" h="1085850">
                <a:moveTo>
                  <a:pt x="3863701" y="971550"/>
                </a:moveTo>
                <a:cubicBezTo>
                  <a:pt x="3863701" y="1034672"/>
                  <a:pt x="3812524" y="1085850"/>
                  <a:pt x="3749401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49401" y="0"/>
                </a:lnTo>
                <a:cubicBezTo>
                  <a:pt x="3812524" y="0"/>
                  <a:pt x="3863701" y="51177"/>
                  <a:pt x="3863701" y="114300"/>
                </a:cubicBezTo>
                <a:lnTo>
                  <a:pt x="3863701" y="971550"/>
                </a:lnTo>
              </a:path>
            </a:pathLst>
          </a:custGeom>
          <a:solidFill>
            <a:srgbClr val="2727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390525" y="371475"/>
            <a:ext cx="2965608" cy="800100"/>
            <a:chOff x="390525" y="371475"/>
            <a:chExt cx="2965608" cy="8001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371475"/>
              <a:ext cx="296560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Roboto"/>
                </a:rPr>
                <a:t>Impact &amp; Future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771525"/>
              <a:ext cx="296560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FFFFFF"/>
                  </a:solidFill>
                  <a:latin typeface="Roboto"/>
                </a:rPr>
                <a:t>Potential</a:t>
              </a:r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4908825" y="1371599"/>
            <a:ext cx="3863699" cy="1085850"/>
          </a:xfrm>
          <a:custGeom>
            <a:avLst/>
            <a:gdLst/>
            <a:ahLst/>
            <a:cxnLst/>
            <a:rect l="0" t="0" r="0" b="0"/>
            <a:pathLst>
              <a:path w="3863699" h="10858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49399" y="0"/>
                </a:moveTo>
                <a:lnTo>
                  <a:pt x="114300" y="0"/>
                </a:lnTo>
                <a:moveTo>
                  <a:pt x="3863699" y="114300"/>
                </a:moveTo>
                <a:cubicBezTo>
                  <a:pt x="3863699" y="51174"/>
                  <a:pt x="3812525" y="0"/>
                  <a:pt x="3749399" y="0"/>
                </a:cubicBezTo>
                <a:moveTo>
                  <a:pt x="3863699" y="971550"/>
                </a:moveTo>
                <a:lnTo>
                  <a:pt x="3863699" y="114300"/>
                </a:lnTo>
                <a:moveTo>
                  <a:pt x="3749399" y="1085850"/>
                </a:moveTo>
                <a:cubicBezTo>
                  <a:pt x="3812525" y="1085850"/>
                  <a:pt x="3863699" y="1034675"/>
                  <a:pt x="3863699" y="971550"/>
                </a:cubicBezTo>
                <a:moveTo>
                  <a:pt x="3749399" y="1085850"/>
                </a:moveTo>
                <a:lnTo>
                  <a:pt x="114300" y="1085850"/>
                </a:lnTo>
                <a:moveTo>
                  <a:pt x="114300" y="1085850"/>
                </a:moveTo>
                <a:cubicBezTo>
                  <a:pt x="51174" y="1085850"/>
                  <a:pt x="0" y="1034675"/>
                  <a:pt x="0" y="971550"/>
                </a:cubicBezTo>
                <a:moveTo>
                  <a:pt x="0" y="9715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FE6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18375" y="1562100"/>
            <a:ext cx="1263729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E60A"/>
                </a:solidFill>
                <a:latin typeface="Roboto"/>
              </a:rPr>
              <a:t>Current Impact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118375" y="1885950"/>
            <a:ext cx="3174206" cy="381000"/>
            <a:chOff x="5118375" y="1885950"/>
            <a:chExt cx="3174206" cy="381000"/>
          </a:xfrm>
        </p:grpSpPr>
        <p:sp>
          <p:nvSpPr>
            <p:cNvPr id="10" name="TextBox 9"/>
            <p:cNvSpPr txBox="1"/>
            <p:nvPr/>
          </p:nvSpPr>
          <p:spPr>
            <a:xfrm>
              <a:off x="5118375" y="1885950"/>
              <a:ext cx="317420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Roboto"/>
                </a:rPr>
                <a:t>Empowering users with simpler understanding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18375" y="2076450"/>
              <a:ext cx="317420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Roboto"/>
                </a:rPr>
                <a:t>and reduced manual effort.</a:t>
              </a:r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4908825" y="2686049"/>
            <a:ext cx="3863699" cy="1085850"/>
          </a:xfrm>
          <a:custGeom>
            <a:avLst/>
            <a:gdLst/>
            <a:ahLst/>
            <a:cxnLst/>
            <a:rect l="0" t="0" r="0" b="0"/>
            <a:pathLst>
              <a:path w="3863699" h="10858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49399" y="0"/>
                </a:moveTo>
                <a:lnTo>
                  <a:pt x="114300" y="0"/>
                </a:lnTo>
                <a:moveTo>
                  <a:pt x="3863699" y="114300"/>
                </a:moveTo>
                <a:cubicBezTo>
                  <a:pt x="3863699" y="51174"/>
                  <a:pt x="3812525" y="0"/>
                  <a:pt x="3749399" y="0"/>
                </a:cubicBezTo>
                <a:moveTo>
                  <a:pt x="3863699" y="971550"/>
                </a:moveTo>
                <a:lnTo>
                  <a:pt x="3863699" y="114300"/>
                </a:lnTo>
                <a:moveTo>
                  <a:pt x="3749399" y="1085850"/>
                </a:moveTo>
                <a:cubicBezTo>
                  <a:pt x="3812525" y="1085850"/>
                  <a:pt x="3863699" y="1034675"/>
                  <a:pt x="3863699" y="971550"/>
                </a:cubicBezTo>
                <a:moveTo>
                  <a:pt x="3749399" y="1085850"/>
                </a:moveTo>
                <a:lnTo>
                  <a:pt x="114300" y="1085850"/>
                </a:lnTo>
                <a:moveTo>
                  <a:pt x="114300" y="1085850"/>
                </a:moveTo>
                <a:cubicBezTo>
                  <a:pt x="51174" y="1085850"/>
                  <a:pt x="0" y="1034675"/>
                  <a:pt x="0" y="971550"/>
                </a:cubicBezTo>
                <a:moveTo>
                  <a:pt x="0" y="9715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FE6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8375" y="2876550"/>
            <a:ext cx="111621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E60A"/>
                </a:solidFill>
                <a:latin typeface="Roboto"/>
              </a:rPr>
              <a:t>Future Scope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118375" y="3200400"/>
            <a:ext cx="3444601" cy="381000"/>
            <a:chOff x="5118375" y="3200400"/>
            <a:chExt cx="3444601" cy="381000"/>
          </a:xfrm>
        </p:grpSpPr>
        <p:sp>
          <p:nvSpPr>
            <p:cNvPr id="15" name="TextBox 14"/>
            <p:cNvSpPr txBox="1"/>
            <p:nvPr/>
          </p:nvSpPr>
          <p:spPr>
            <a:xfrm>
              <a:off x="5118375" y="3200400"/>
              <a:ext cx="344460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Roboto"/>
                </a:rPr>
                <a:t>Sentiment analysis, news integration, personalized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118375" y="3390900"/>
              <a:ext cx="344460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Roboto"/>
                </a:rPr>
                <a:t>insights, and explainable AI.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90525" y="4314825"/>
            <a:ext cx="3638778" cy="457200"/>
            <a:chOff x="390525" y="4314825"/>
            <a:chExt cx="3638778" cy="457200"/>
          </a:xfrm>
        </p:grpSpPr>
        <p:sp>
          <p:nvSpPr>
            <p:cNvPr id="18" name="TextBox 17"/>
            <p:cNvSpPr txBox="1"/>
            <p:nvPr/>
          </p:nvSpPr>
          <p:spPr>
            <a:xfrm>
              <a:off x="390525" y="4314825"/>
              <a:ext cx="36387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Scaling intelligence to democratize market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0525" y="4543425"/>
              <a:ext cx="36387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analysis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0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09575"/>
            <a:ext cx="122907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"/>
              </a:rPr>
              <a:t>TradeVision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667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390525" y="1676400"/>
            <a:ext cx="4137650" cy="1142999"/>
            <a:chOff x="390525" y="1676400"/>
            <a:chExt cx="4137650" cy="1142999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676400"/>
              <a:ext cx="41376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FFFFFF"/>
                  </a:solidFill>
                  <a:latin typeface="Roboto"/>
                </a:rPr>
                <a:t>The Future of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2247900"/>
              <a:ext cx="4137650" cy="571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FFFFFF"/>
                  </a:solidFill>
                  <a:latin typeface="Roboto"/>
                </a:rPr>
                <a:t>Market Analysis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0525" y="3009900"/>
            <a:ext cx="1859632" cy="457200"/>
            <a:chOff x="390525" y="3009900"/>
            <a:chExt cx="1859632" cy="457200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3009900"/>
              <a:ext cx="18596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It’s not more data. It’s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3238500"/>
              <a:ext cx="18596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FFFFFF"/>
                  </a:solidFill>
                  <a:latin typeface="Roboto"/>
                </a:rPr>
                <a:t>better intelligence.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371475" y="427672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525" y="4505325"/>
            <a:ext cx="216884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Roboto"/>
              </a:rPr>
              <a:t>Thank You · tradevision.ai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